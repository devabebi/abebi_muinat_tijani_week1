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6" r:id="rId5"/>
    <p:sldId id="260" r:id="rId6"/>
    <p:sldId id="267" r:id="rId7"/>
    <p:sldId id="262" r:id="rId8"/>
    <p:sldId id="263" r:id="rId9"/>
    <p:sldId id="264" r:id="rId10"/>
    <p:sldId id="265" r:id="rId11"/>
  </p:sldIdLst>
  <p:sldSz cx="18288000" cy="10287000"/>
  <p:notesSz cx="6858000" cy="9144000"/>
  <p:embeddedFontLst>
    <p:embeddedFont>
      <p:font typeface="Canva Sans" panose="020B0604020202020204" charset="0"/>
      <p:regular r:id="rId12"/>
    </p:embeddedFont>
    <p:embeddedFont>
      <p:font typeface="Gotham Bold" panose="020B0604020202020204" charset="0"/>
      <p:regular r:id="rId13"/>
    </p:embeddedFont>
    <p:embeddedFont>
      <p:font typeface="Gotham Heavy" panose="020B0604020202020204" charset="0"/>
      <p:regular r:id="rId14"/>
    </p:embeddedFont>
    <p:embeddedFont>
      <p:font typeface="Inter" panose="020B0604020202020204" charset="0"/>
      <p:regular r:id="rId15"/>
      <p:bold r:id="rId16"/>
      <p:boldItalic r:id="rId17"/>
    </p:embeddedFont>
    <p:embeddedFont>
      <p:font typeface="Inter Bold"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05BE31-539A-4ED2-8BCA-A6E8A7AE2CE6}" v="14" dt="2025-12-10T06:16:07.0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3" d="100"/>
          <a:sy n="43" d="100"/>
        </p:scale>
        <p:origin x="740" y="2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font" Target="fonts/font4.fntdata"/><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inat Tijani" userId="200c91c32dcecd70" providerId="LiveId" clId="{64531718-0F78-43B7-8241-660AE8910F53}"/>
    <pc:docChg chg="custSel addSld delSld modSld">
      <pc:chgData name="Muinat Tijani" userId="200c91c32dcecd70" providerId="LiveId" clId="{64531718-0F78-43B7-8241-660AE8910F53}" dt="2025-12-10T06:17:23.402" v="577" actId="14100"/>
      <pc:docMkLst>
        <pc:docMk/>
      </pc:docMkLst>
      <pc:sldChg chg="modSp mod">
        <pc:chgData name="Muinat Tijani" userId="200c91c32dcecd70" providerId="LiveId" clId="{64531718-0F78-43B7-8241-660AE8910F53}" dt="2025-12-08T06:52:11.411" v="13" actId="20577"/>
        <pc:sldMkLst>
          <pc:docMk/>
          <pc:sldMk cId="0" sldId="256"/>
        </pc:sldMkLst>
        <pc:spChg chg="mod">
          <ac:chgData name="Muinat Tijani" userId="200c91c32dcecd70" providerId="LiveId" clId="{64531718-0F78-43B7-8241-660AE8910F53}" dt="2025-12-08T06:52:11.411" v="13" actId="20577"/>
          <ac:spMkLst>
            <pc:docMk/>
            <pc:sldMk cId="0" sldId="256"/>
            <ac:spMk id="16" creationId="{00000000-0000-0000-0000-000000000000}"/>
          </ac:spMkLst>
        </pc:spChg>
      </pc:sldChg>
      <pc:sldChg chg="delSp modSp mod">
        <pc:chgData name="Muinat Tijani" userId="200c91c32dcecd70" providerId="LiveId" clId="{64531718-0F78-43B7-8241-660AE8910F53}" dt="2025-12-10T06:17:23.402" v="577" actId="14100"/>
        <pc:sldMkLst>
          <pc:docMk/>
          <pc:sldMk cId="0" sldId="257"/>
        </pc:sldMkLst>
        <pc:spChg chg="mod">
          <ac:chgData name="Muinat Tijani" userId="200c91c32dcecd70" providerId="LiveId" clId="{64531718-0F78-43B7-8241-660AE8910F53}" dt="2025-12-08T07:05:42.622" v="94" actId="14100"/>
          <ac:spMkLst>
            <pc:docMk/>
            <pc:sldMk cId="0" sldId="257"/>
            <ac:spMk id="2" creationId="{00000000-0000-0000-0000-000000000000}"/>
          </ac:spMkLst>
        </pc:spChg>
        <pc:spChg chg="mod">
          <ac:chgData name="Muinat Tijani" userId="200c91c32dcecd70" providerId="LiveId" clId="{64531718-0F78-43B7-8241-660AE8910F53}" dt="2025-12-08T07:05:47.825" v="95" actId="14100"/>
          <ac:spMkLst>
            <pc:docMk/>
            <pc:sldMk cId="0" sldId="257"/>
            <ac:spMk id="3" creationId="{00000000-0000-0000-0000-000000000000}"/>
          </ac:spMkLst>
        </pc:spChg>
        <pc:spChg chg="mod">
          <ac:chgData name="Muinat Tijani" userId="200c91c32dcecd70" providerId="LiveId" clId="{64531718-0F78-43B7-8241-660AE8910F53}" dt="2025-12-10T06:12:11.275" v="562" actId="1076"/>
          <ac:spMkLst>
            <pc:docMk/>
            <pc:sldMk cId="0" sldId="257"/>
            <ac:spMk id="15" creationId="{00000000-0000-0000-0000-000000000000}"/>
          </ac:spMkLst>
        </pc:spChg>
        <pc:spChg chg="del">
          <ac:chgData name="Muinat Tijani" userId="200c91c32dcecd70" providerId="LiveId" clId="{64531718-0F78-43B7-8241-660AE8910F53}" dt="2025-12-10T06:10:51.891" v="545" actId="478"/>
          <ac:spMkLst>
            <pc:docMk/>
            <pc:sldMk cId="0" sldId="257"/>
            <ac:spMk id="17" creationId="{00000000-0000-0000-0000-000000000000}"/>
          </ac:spMkLst>
        </pc:spChg>
        <pc:spChg chg="del">
          <ac:chgData name="Muinat Tijani" userId="200c91c32dcecd70" providerId="LiveId" clId="{64531718-0F78-43B7-8241-660AE8910F53}" dt="2025-12-10T06:10:57.562" v="547" actId="478"/>
          <ac:spMkLst>
            <pc:docMk/>
            <pc:sldMk cId="0" sldId="257"/>
            <ac:spMk id="18" creationId="{00000000-0000-0000-0000-000000000000}"/>
          </ac:spMkLst>
        </pc:spChg>
        <pc:spChg chg="del">
          <ac:chgData name="Muinat Tijani" userId="200c91c32dcecd70" providerId="LiveId" clId="{64531718-0F78-43B7-8241-660AE8910F53}" dt="2025-12-10T06:11:02.985" v="549" actId="478"/>
          <ac:spMkLst>
            <pc:docMk/>
            <pc:sldMk cId="0" sldId="257"/>
            <ac:spMk id="19" creationId="{00000000-0000-0000-0000-000000000000}"/>
          </ac:spMkLst>
        </pc:spChg>
        <pc:spChg chg="mod">
          <ac:chgData name="Muinat Tijani" userId="200c91c32dcecd70" providerId="LiveId" clId="{64531718-0F78-43B7-8241-660AE8910F53}" dt="2025-12-10T06:17:23.402" v="577" actId="14100"/>
          <ac:spMkLst>
            <pc:docMk/>
            <pc:sldMk cId="0" sldId="257"/>
            <ac:spMk id="20" creationId="{00000000-0000-0000-0000-000000000000}"/>
          </ac:spMkLst>
        </pc:spChg>
        <pc:grpChg chg="del">
          <ac:chgData name="Muinat Tijani" userId="200c91c32dcecd70" providerId="LiveId" clId="{64531718-0F78-43B7-8241-660AE8910F53}" dt="2025-12-10T06:10:53.364" v="546" actId="478"/>
          <ac:grpSpMkLst>
            <pc:docMk/>
            <pc:sldMk cId="0" sldId="257"/>
            <ac:grpSpMk id="4" creationId="{00000000-0000-0000-0000-000000000000}"/>
          </ac:grpSpMkLst>
        </pc:grpChg>
        <pc:grpChg chg="del">
          <ac:chgData name="Muinat Tijani" userId="200c91c32dcecd70" providerId="LiveId" clId="{64531718-0F78-43B7-8241-660AE8910F53}" dt="2025-12-10T06:10:59.608" v="548" actId="478"/>
          <ac:grpSpMkLst>
            <pc:docMk/>
            <pc:sldMk cId="0" sldId="257"/>
            <ac:grpSpMk id="7" creationId="{00000000-0000-0000-0000-000000000000}"/>
          </ac:grpSpMkLst>
        </pc:grpChg>
        <pc:grpChg chg="del">
          <ac:chgData name="Muinat Tijani" userId="200c91c32dcecd70" providerId="LiveId" clId="{64531718-0F78-43B7-8241-660AE8910F53}" dt="2025-12-10T06:11:05.267" v="550" actId="478"/>
          <ac:grpSpMkLst>
            <pc:docMk/>
            <pc:sldMk cId="0" sldId="257"/>
            <ac:grpSpMk id="10" creationId="{00000000-0000-0000-0000-000000000000}"/>
          </ac:grpSpMkLst>
        </pc:grpChg>
      </pc:sldChg>
      <pc:sldChg chg="delSp modSp mod">
        <pc:chgData name="Muinat Tijani" userId="200c91c32dcecd70" providerId="LiveId" clId="{64531718-0F78-43B7-8241-660AE8910F53}" dt="2025-12-10T06:14:27.932" v="569" actId="14100"/>
        <pc:sldMkLst>
          <pc:docMk/>
          <pc:sldMk cId="0" sldId="258"/>
        </pc:sldMkLst>
        <pc:spChg chg="mod">
          <ac:chgData name="Muinat Tijani" userId="200c91c32dcecd70" providerId="LiveId" clId="{64531718-0F78-43B7-8241-660AE8910F53}" dt="2025-12-08T07:04:57.244" v="91" actId="1036"/>
          <ac:spMkLst>
            <pc:docMk/>
            <pc:sldMk cId="0" sldId="258"/>
            <ac:spMk id="15" creationId="{00000000-0000-0000-0000-000000000000}"/>
          </ac:spMkLst>
        </pc:spChg>
        <pc:spChg chg="mod">
          <ac:chgData name="Muinat Tijani" userId="200c91c32dcecd70" providerId="LiveId" clId="{64531718-0F78-43B7-8241-660AE8910F53}" dt="2025-12-10T06:14:27.932" v="569" actId="14100"/>
          <ac:spMkLst>
            <pc:docMk/>
            <pc:sldMk cId="0" sldId="258"/>
            <ac:spMk id="19" creationId="{00000000-0000-0000-0000-000000000000}"/>
          </ac:spMkLst>
        </pc:spChg>
        <pc:spChg chg="mod">
          <ac:chgData name="Muinat Tijani" userId="200c91c32dcecd70" providerId="LiveId" clId="{64531718-0F78-43B7-8241-660AE8910F53}" dt="2025-12-08T07:01:21.082" v="66" actId="20577"/>
          <ac:spMkLst>
            <pc:docMk/>
            <pc:sldMk cId="0" sldId="258"/>
            <ac:spMk id="22" creationId="{00000000-0000-0000-0000-000000000000}"/>
          </ac:spMkLst>
        </pc:spChg>
        <pc:grpChg chg="mod">
          <ac:chgData name="Muinat Tijani" userId="200c91c32dcecd70" providerId="LiveId" clId="{64531718-0F78-43B7-8241-660AE8910F53}" dt="2025-12-08T07:02:08.017" v="73" actId="1076"/>
          <ac:grpSpMkLst>
            <pc:docMk/>
            <pc:sldMk cId="0" sldId="258"/>
            <ac:grpSpMk id="3" creationId="{00000000-0000-0000-0000-000000000000}"/>
          </ac:grpSpMkLst>
        </pc:grpChg>
      </pc:sldChg>
      <pc:sldChg chg="addSp delSp modSp del mod">
        <pc:chgData name="Muinat Tijani" userId="200c91c32dcecd70" providerId="LiveId" clId="{64531718-0F78-43B7-8241-660AE8910F53}" dt="2025-12-09T10:46:38.514" v="300" actId="2696"/>
        <pc:sldMkLst>
          <pc:docMk/>
          <pc:sldMk cId="0" sldId="259"/>
        </pc:sldMkLst>
        <pc:spChg chg="mod">
          <ac:chgData name="Muinat Tijani" userId="200c91c32dcecd70" providerId="LiveId" clId="{64531718-0F78-43B7-8241-660AE8910F53}" dt="2025-12-09T10:33:54.983" v="155" actId="1035"/>
          <ac:spMkLst>
            <pc:docMk/>
            <pc:sldMk cId="0" sldId="259"/>
            <ac:spMk id="19" creationId="{00000000-0000-0000-0000-000000000000}"/>
          </ac:spMkLst>
        </pc:spChg>
        <pc:grpChg chg="del">
          <ac:chgData name="Muinat Tijani" userId="200c91c32dcecd70" providerId="LiveId" clId="{64531718-0F78-43B7-8241-660AE8910F53}" dt="2025-12-09T10:35:53.112" v="178" actId="478"/>
          <ac:grpSpMkLst>
            <pc:docMk/>
            <pc:sldMk cId="0" sldId="259"/>
            <ac:grpSpMk id="13" creationId="{00000000-0000-0000-0000-000000000000}"/>
          </ac:grpSpMkLst>
        </pc:grpChg>
        <pc:grpChg chg="del">
          <ac:chgData name="Muinat Tijani" userId="200c91c32dcecd70" providerId="LiveId" clId="{64531718-0F78-43B7-8241-660AE8910F53}" dt="2025-12-09T10:35:45.674" v="176" actId="478"/>
          <ac:grpSpMkLst>
            <pc:docMk/>
            <pc:sldMk cId="0" sldId="259"/>
            <ac:grpSpMk id="15" creationId="{00000000-0000-0000-0000-000000000000}"/>
          </ac:grpSpMkLst>
        </pc:grpChg>
        <pc:picChg chg="add del mod">
          <ac:chgData name="Muinat Tijani" userId="200c91c32dcecd70" providerId="LiveId" clId="{64531718-0F78-43B7-8241-660AE8910F53}" dt="2025-12-09T10:36:42.391" v="189" actId="21"/>
          <ac:picMkLst>
            <pc:docMk/>
            <pc:sldMk cId="0" sldId="259"/>
            <ac:picMk id="29" creationId="{AD226974-8B1E-8A87-F2FD-FC816D4811E1}"/>
          </ac:picMkLst>
        </pc:picChg>
        <pc:picChg chg="add del mod">
          <ac:chgData name="Muinat Tijani" userId="200c91c32dcecd70" providerId="LiveId" clId="{64531718-0F78-43B7-8241-660AE8910F53}" dt="2025-12-09T10:36:31.848" v="186" actId="21"/>
          <ac:picMkLst>
            <pc:docMk/>
            <pc:sldMk cId="0" sldId="259"/>
            <ac:picMk id="31" creationId="{9D8DDFD2-8B05-4B77-9421-909C323DBDEE}"/>
          </ac:picMkLst>
        </pc:picChg>
        <pc:picChg chg="add del mod">
          <ac:chgData name="Muinat Tijani" userId="200c91c32dcecd70" providerId="LiveId" clId="{64531718-0F78-43B7-8241-660AE8910F53}" dt="2025-12-09T10:37:07.265" v="193" actId="21"/>
          <ac:picMkLst>
            <pc:docMk/>
            <pc:sldMk cId="0" sldId="259"/>
            <ac:picMk id="33" creationId="{5995D559-0D08-0169-591D-0636DB37476D}"/>
          </ac:picMkLst>
        </pc:picChg>
        <pc:picChg chg="add del mod">
          <ac:chgData name="Muinat Tijani" userId="200c91c32dcecd70" providerId="LiveId" clId="{64531718-0F78-43B7-8241-660AE8910F53}" dt="2025-12-09T10:38:17.289" v="217" actId="21"/>
          <ac:picMkLst>
            <pc:docMk/>
            <pc:sldMk cId="0" sldId="259"/>
            <ac:picMk id="35" creationId="{378E59EC-8FFE-1079-EFE0-CEDAFF8A56AC}"/>
          </ac:picMkLst>
        </pc:picChg>
      </pc:sldChg>
      <pc:sldChg chg="delSp modSp mod">
        <pc:chgData name="Muinat Tijani" userId="200c91c32dcecd70" providerId="LiveId" clId="{64531718-0F78-43B7-8241-660AE8910F53}" dt="2025-12-09T10:50:17.050" v="360" actId="20577"/>
        <pc:sldMkLst>
          <pc:docMk/>
          <pc:sldMk cId="0" sldId="260"/>
        </pc:sldMkLst>
        <pc:spChg chg="del">
          <ac:chgData name="Muinat Tijani" userId="200c91c32dcecd70" providerId="LiveId" clId="{64531718-0F78-43B7-8241-660AE8910F53}" dt="2025-12-09T10:47:59.358" v="323" actId="478"/>
          <ac:spMkLst>
            <pc:docMk/>
            <pc:sldMk cId="0" sldId="260"/>
            <ac:spMk id="10" creationId="{00000000-0000-0000-0000-000000000000}"/>
          </ac:spMkLst>
        </pc:spChg>
        <pc:spChg chg="del">
          <ac:chgData name="Muinat Tijani" userId="200c91c32dcecd70" providerId="LiveId" clId="{64531718-0F78-43B7-8241-660AE8910F53}" dt="2025-12-09T10:48:31.572" v="328" actId="478"/>
          <ac:spMkLst>
            <pc:docMk/>
            <pc:sldMk cId="0" sldId="260"/>
            <ac:spMk id="11" creationId="{00000000-0000-0000-0000-000000000000}"/>
          </ac:spMkLst>
        </pc:spChg>
        <pc:spChg chg="mod">
          <ac:chgData name="Muinat Tijani" userId="200c91c32dcecd70" providerId="LiveId" clId="{64531718-0F78-43B7-8241-660AE8910F53}" dt="2025-12-09T10:49:02.982" v="334" actId="1076"/>
          <ac:spMkLst>
            <pc:docMk/>
            <pc:sldMk cId="0" sldId="260"/>
            <ac:spMk id="12" creationId="{00000000-0000-0000-0000-000000000000}"/>
          </ac:spMkLst>
        </pc:spChg>
        <pc:spChg chg="del">
          <ac:chgData name="Muinat Tijani" userId="200c91c32dcecd70" providerId="LiveId" clId="{64531718-0F78-43B7-8241-660AE8910F53}" dt="2025-12-09T10:47:49.834" v="321" actId="478"/>
          <ac:spMkLst>
            <pc:docMk/>
            <pc:sldMk cId="0" sldId="260"/>
            <ac:spMk id="13" creationId="{00000000-0000-0000-0000-000000000000}"/>
          </ac:spMkLst>
        </pc:spChg>
        <pc:spChg chg="del">
          <ac:chgData name="Muinat Tijani" userId="200c91c32dcecd70" providerId="LiveId" clId="{64531718-0F78-43B7-8241-660AE8910F53}" dt="2025-12-09T10:48:51.156" v="331" actId="478"/>
          <ac:spMkLst>
            <pc:docMk/>
            <pc:sldMk cId="0" sldId="260"/>
            <ac:spMk id="14" creationId="{00000000-0000-0000-0000-000000000000}"/>
          </ac:spMkLst>
        </pc:spChg>
        <pc:spChg chg="del">
          <ac:chgData name="Muinat Tijani" userId="200c91c32dcecd70" providerId="LiveId" clId="{64531718-0F78-43B7-8241-660AE8910F53}" dt="2025-12-09T10:48:05.405" v="324" actId="478"/>
          <ac:spMkLst>
            <pc:docMk/>
            <pc:sldMk cId="0" sldId="260"/>
            <ac:spMk id="15" creationId="{00000000-0000-0000-0000-000000000000}"/>
          </ac:spMkLst>
        </pc:spChg>
        <pc:spChg chg="del">
          <ac:chgData name="Muinat Tijani" userId="200c91c32dcecd70" providerId="LiveId" clId="{64531718-0F78-43B7-8241-660AE8910F53}" dt="2025-12-09T10:47:40.084" v="320" actId="478"/>
          <ac:spMkLst>
            <pc:docMk/>
            <pc:sldMk cId="0" sldId="260"/>
            <ac:spMk id="16" creationId="{00000000-0000-0000-0000-000000000000}"/>
          </ac:spMkLst>
        </pc:spChg>
        <pc:spChg chg="del">
          <ac:chgData name="Muinat Tijani" userId="200c91c32dcecd70" providerId="LiveId" clId="{64531718-0F78-43B7-8241-660AE8910F53}" dt="2025-12-09T10:48:47.024" v="330" actId="478"/>
          <ac:spMkLst>
            <pc:docMk/>
            <pc:sldMk cId="0" sldId="260"/>
            <ac:spMk id="17" creationId="{00000000-0000-0000-0000-000000000000}"/>
          </ac:spMkLst>
        </pc:spChg>
        <pc:spChg chg="del">
          <ac:chgData name="Muinat Tijani" userId="200c91c32dcecd70" providerId="LiveId" clId="{64531718-0F78-43B7-8241-660AE8910F53}" dt="2025-12-09T10:48:15.057" v="326" actId="478"/>
          <ac:spMkLst>
            <pc:docMk/>
            <pc:sldMk cId="0" sldId="260"/>
            <ac:spMk id="18" creationId="{00000000-0000-0000-0000-000000000000}"/>
          </ac:spMkLst>
        </pc:spChg>
        <pc:spChg chg="mod">
          <ac:chgData name="Muinat Tijani" userId="200c91c32dcecd70" providerId="LiveId" clId="{64531718-0F78-43B7-8241-660AE8910F53}" dt="2025-12-09T10:50:17.050" v="360" actId="20577"/>
          <ac:spMkLst>
            <pc:docMk/>
            <pc:sldMk cId="0" sldId="260"/>
            <ac:spMk id="19" creationId="{00000000-0000-0000-0000-000000000000}"/>
          </ac:spMkLst>
        </pc:spChg>
        <pc:spChg chg="del">
          <ac:chgData name="Muinat Tijani" userId="200c91c32dcecd70" providerId="LiveId" clId="{64531718-0F78-43B7-8241-660AE8910F53}" dt="2025-12-09T10:48:36.535" v="329" actId="478"/>
          <ac:spMkLst>
            <pc:docMk/>
            <pc:sldMk cId="0" sldId="260"/>
            <ac:spMk id="20" creationId="{00000000-0000-0000-0000-000000000000}"/>
          </ac:spMkLst>
        </pc:spChg>
        <pc:grpChg chg="del">
          <ac:chgData name="Muinat Tijani" userId="200c91c32dcecd70" providerId="LiveId" clId="{64531718-0F78-43B7-8241-660AE8910F53}" dt="2025-12-09T10:47:35.074" v="319" actId="478"/>
          <ac:grpSpMkLst>
            <pc:docMk/>
            <pc:sldMk cId="0" sldId="260"/>
            <ac:grpSpMk id="4" creationId="{00000000-0000-0000-0000-000000000000}"/>
          </ac:grpSpMkLst>
        </pc:grpChg>
        <pc:grpChg chg="del">
          <ac:chgData name="Muinat Tijani" userId="200c91c32dcecd70" providerId="LiveId" clId="{64531718-0F78-43B7-8241-660AE8910F53}" dt="2025-12-09T10:48:17.859" v="327" actId="478"/>
          <ac:grpSpMkLst>
            <pc:docMk/>
            <pc:sldMk cId="0" sldId="260"/>
            <ac:grpSpMk id="7" creationId="{00000000-0000-0000-0000-000000000000}"/>
          </ac:grpSpMkLst>
        </pc:grpChg>
        <pc:grpChg chg="del">
          <ac:chgData name="Muinat Tijani" userId="200c91c32dcecd70" providerId="LiveId" clId="{64531718-0F78-43B7-8241-660AE8910F53}" dt="2025-12-09T10:47:55.120" v="322" actId="478"/>
          <ac:grpSpMkLst>
            <pc:docMk/>
            <pc:sldMk cId="0" sldId="260"/>
            <ac:grpSpMk id="21" creationId="{00000000-0000-0000-0000-000000000000}"/>
          </ac:grpSpMkLst>
        </pc:grpChg>
        <pc:grpChg chg="del">
          <ac:chgData name="Muinat Tijani" userId="200c91c32dcecd70" providerId="LiveId" clId="{64531718-0F78-43B7-8241-660AE8910F53}" dt="2025-12-09T10:48:08.134" v="325" actId="478"/>
          <ac:grpSpMkLst>
            <pc:docMk/>
            <pc:sldMk cId="0" sldId="260"/>
            <ac:grpSpMk id="24" creationId="{00000000-0000-0000-0000-000000000000}"/>
          </ac:grpSpMkLst>
        </pc:grpChg>
        <pc:grpChg chg="del">
          <ac:chgData name="Muinat Tijani" userId="200c91c32dcecd70" providerId="LiveId" clId="{64531718-0F78-43B7-8241-660AE8910F53}" dt="2025-12-09T10:48:53.708" v="332" actId="478"/>
          <ac:grpSpMkLst>
            <pc:docMk/>
            <pc:sldMk cId="0" sldId="260"/>
            <ac:grpSpMk id="27" creationId="{00000000-0000-0000-0000-000000000000}"/>
          </ac:grpSpMkLst>
        </pc:grpChg>
      </pc:sldChg>
      <pc:sldChg chg="addSp delSp modSp del mod">
        <pc:chgData name="Muinat Tijani" userId="200c91c32dcecd70" providerId="LiveId" clId="{64531718-0F78-43B7-8241-660AE8910F53}" dt="2025-12-09T10:58:27.134" v="475" actId="2696"/>
        <pc:sldMkLst>
          <pc:docMk/>
          <pc:sldMk cId="0" sldId="261"/>
        </pc:sldMkLst>
        <pc:spChg chg="mod">
          <ac:chgData name="Muinat Tijani" userId="200c91c32dcecd70" providerId="LiveId" clId="{64531718-0F78-43B7-8241-660AE8910F53}" dt="2025-12-09T10:52:15.452" v="402" actId="1076"/>
          <ac:spMkLst>
            <pc:docMk/>
            <pc:sldMk cId="0" sldId="261"/>
            <ac:spMk id="6" creationId="{00000000-0000-0000-0000-000000000000}"/>
          </ac:spMkLst>
        </pc:spChg>
        <pc:spChg chg="del">
          <ac:chgData name="Muinat Tijani" userId="200c91c32dcecd70" providerId="LiveId" clId="{64531718-0F78-43B7-8241-660AE8910F53}" dt="2025-12-09T10:52:19.062" v="403" actId="478"/>
          <ac:spMkLst>
            <pc:docMk/>
            <pc:sldMk cId="0" sldId="261"/>
            <ac:spMk id="7" creationId="{00000000-0000-0000-0000-000000000000}"/>
          </ac:spMkLst>
        </pc:spChg>
        <pc:spChg chg="mod">
          <ac:chgData name="Muinat Tijani" userId="200c91c32dcecd70" providerId="LiveId" clId="{64531718-0F78-43B7-8241-660AE8910F53}" dt="2025-12-09T10:51:54.647" v="387" actId="20577"/>
          <ac:spMkLst>
            <pc:docMk/>
            <pc:sldMk cId="0" sldId="261"/>
            <ac:spMk id="8" creationId="{00000000-0000-0000-0000-000000000000}"/>
          </ac:spMkLst>
        </pc:spChg>
        <pc:grpChg chg="del">
          <ac:chgData name="Muinat Tijani" userId="200c91c32dcecd70" providerId="LiveId" clId="{64531718-0F78-43B7-8241-660AE8910F53}" dt="2025-12-09T10:51:37.139" v="361" actId="478"/>
          <ac:grpSpMkLst>
            <pc:docMk/>
            <pc:sldMk cId="0" sldId="261"/>
            <ac:grpSpMk id="3" creationId="{00000000-0000-0000-0000-000000000000}"/>
          </ac:grpSpMkLst>
        </pc:grpChg>
        <pc:picChg chg="add del mod">
          <ac:chgData name="Muinat Tijani" userId="200c91c32dcecd70" providerId="LiveId" clId="{64531718-0F78-43B7-8241-660AE8910F53}" dt="2025-12-09T10:55:25.020" v="452" actId="21"/>
          <ac:picMkLst>
            <pc:docMk/>
            <pc:sldMk cId="0" sldId="261"/>
            <ac:picMk id="11" creationId="{EBFE1740-1490-7628-8BA3-257F6C43806B}"/>
          </ac:picMkLst>
        </pc:picChg>
        <pc:picChg chg="add del mod">
          <ac:chgData name="Muinat Tijani" userId="200c91c32dcecd70" providerId="LiveId" clId="{64531718-0F78-43B7-8241-660AE8910F53}" dt="2025-12-09T10:55:37.601" v="455" actId="21"/>
          <ac:picMkLst>
            <pc:docMk/>
            <pc:sldMk cId="0" sldId="261"/>
            <ac:picMk id="13" creationId="{3654162E-4CE4-405D-B409-1A9A7B73BFE7}"/>
          </ac:picMkLst>
        </pc:picChg>
        <pc:picChg chg="add del mod">
          <ac:chgData name="Muinat Tijani" userId="200c91c32dcecd70" providerId="LiveId" clId="{64531718-0F78-43B7-8241-660AE8910F53}" dt="2025-12-09T10:55:51.931" v="458" actId="21"/>
          <ac:picMkLst>
            <pc:docMk/>
            <pc:sldMk cId="0" sldId="261"/>
            <ac:picMk id="15" creationId="{EC70ED01-B045-61F7-C24C-1720D531DB2E}"/>
          </ac:picMkLst>
        </pc:picChg>
      </pc:sldChg>
      <pc:sldChg chg="delSp modSp mod">
        <pc:chgData name="Muinat Tijani" userId="200c91c32dcecd70" providerId="LiveId" clId="{64531718-0F78-43B7-8241-660AE8910F53}" dt="2025-12-09T11:00:50.464" v="501" actId="1076"/>
        <pc:sldMkLst>
          <pc:docMk/>
          <pc:sldMk cId="0" sldId="262"/>
        </pc:sldMkLst>
        <pc:spChg chg="mod">
          <ac:chgData name="Muinat Tijani" userId="200c91c32dcecd70" providerId="LiveId" clId="{64531718-0F78-43B7-8241-660AE8910F53}" dt="2025-12-09T11:00:00.556" v="498" actId="1076"/>
          <ac:spMkLst>
            <pc:docMk/>
            <pc:sldMk cId="0" sldId="262"/>
            <ac:spMk id="2" creationId="{00000000-0000-0000-0000-000000000000}"/>
          </ac:spMkLst>
        </pc:spChg>
        <pc:spChg chg="mod">
          <ac:chgData name="Muinat Tijani" userId="200c91c32dcecd70" providerId="LiveId" clId="{64531718-0F78-43B7-8241-660AE8910F53}" dt="2025-12-09T10:59:45.833" v="496" actId="1076"/>
          <ac:spMkLst>
            <pc:docMk/>
            <pc:sldMk cId="0" sldId="262"/>
            <ac:spMk id="6" creationId="{00000000-0000-0000-0000-000000000000}"/>
          </ac:spMkLst>
        </pc:spChg>
        <pc:spChg chg="del">
          <ac:chgData name="Muinat Tijani" userId="200c91c32dcecd70" providerId="LiveId" clId="{64531718-0F78-43B7-8241-660AE8910F53}" dt="2025-12-09T10:59:15.228" v="490" actId="478"/>
          <ac:spMkLst>
            <pc:docMk/>
            <pc:sldMk cId="0" sldId="262"/>
            <ac:spMk id="7" creationId="{00000000-0000-0000-0000-000000000000}"/>
          </ac:spMkLst>
        </pc:spChg>
        <pc:spChg chg="del">
          <ac:chgData name="Muinat Tijani" userId="200c91c32dcecd70" providerId="LiveId" clId="{64531718-0F78-43B7-8241-660AE8910F53}" dt="2025-12-09T10:59:29.865" v="493" actId="478"/>
          <ac:spMkLst>
            <pc:docMk/>
            <pc:sldMk cId="0" sldId="262"/>
            <ac:spMk id="8" creationId="{00000000-0000-0000-0000-000000000000}"/>
          </ac:spMkLst>
        </pc:spChg>
        <pc:spChg chg="del">
          <ac:chgData name="Muinat Tijani" userId="200c91c32dcecd70" providerId="LiveId" clId="{64531718-0F78-43B7-8241-660AE8910F53}" dt="2025-12-09T10:59:21.513" v="492" actId="478"/>
          <ac:spMkLst>
            <pc:docMk/>
            <pc:sldMk cId="0" sldId="262"/>
            <ac:spMk id="9" creationId="{00000000-0000-0000-0000-000000000000}"/>
          </ac:spMkLst>
        </pc:spChg>
        <pc:spChg chg="mod">
          <ac:chgData name="Muinat Tijani" userId="200c91c32dcecd70" providerId="LiveId" clId="{64531718-0F78-43B7-8241-660AE8910F53}" dt="2025-12-09T10:59:53.831" v="497" actId="1076"/>
          <ac:spMkLst>
            <pc:docMk/>
            <pc:sldMk cId="0" sldId="262"/>
            <ac:spMk id="10" creationId="{00000000-0000-0000-0000-000000000000}"/>
          </ac:spMkLst>
        </pc:spChg>
        <pc:spChg chg="mod">
          <ac:chgData name="Muinat Tijani" userId="200c91c32dcecd70" providerId="LiveId" clId="{64531718-0F78-43B7-8241-660AE8910F53}" dt="2025-12-09T11:00:05.865" v="499" actId="1076"/>
          <ac:spMkLst>
            <pc:docMk/>
            <pc:sldMk cId="0" sldId="262"/>
            <ac:spMk id="11" creationId="{00000000-0000-0000-0000-000000000000}"/>
          </ac:spMkLst>
        </pc:spChg>
        <pc:grpChg chg="mod">
          <ac:chgData name="Muinat Tijani" userId="200c91c32dcecd70" providerId="LiveId" clId="{64531718-0F78-43B7-8241-660AE8910F53}" dt="2025-12-09T11:00:50.464" v="501" actId="1076"/>
          <ac:grpSpMkLst>
            <pc:docMk/>
            <pc:sldMk cId="0" sldId="262"/>
            <ac:grpSpMk id="3" creationId="{00000000-0000-0000-0000-000000000000}"/>
          </ac:grpSpMkLst>
        </pc:grpChg>
        <pc:grpChg chg="del">
          <ac:chgData name="Muinat Tijani" userId="200c91c32dcecd70" providerId="LiveId" clId="{64531718-0F78-43B7-8241-660AE8910F53}" dt="2025-12-09T10:59:17.821" v="491" actId="478"/>
          <ac:grpSpMkLst>
            <pc:docMk/>
            <pc:sldMk cId="0" sldId="262"/>
            <ac:grpSpMk id="13" creationId="{00000000-0000-0000-0000-000000000000}"/>
          </ac:grpSpMkLst>
        </pc:grpChg>
        <pc:grpChg chg="del">
          <ac:chgData name="Muinat Tijani" userId="200c91c32dcecd70" providerId="LiveId" clId="{64531718-0F78-43B7-8241-660AE8910F53}" dt="2025-12-09T10:59:32.422" v="494" actId="478"/>
          <ac:grpSpMkLst>
            <pc:docMk/>
            <pc:sldMk cId="0" sldId="262"/>
            <ac:grpSpMk id="16" creationId="{00000000-0000-0000-0000-000000000000}"/>
          </ac:grpSpMkLst>
        </pc:grpChg>
      </pc:sldChg>
      <pc:sldChg chg="modSp mod">
        <pc:chgData name="Muinat Tijani" userId="200c91c32dcecd70" providerId="LiveId" clId="{64531718-0F78-43B7-8241-660AE8910F53}" dt="2025-12-09T11:01:14.807" v="513" actId="1076"/>
        <pc:sldMkLst>
          <pc:docMk/>
          <pc:sldMk cId="0" sldId="263"/>
        </pc:sldMkLst>
        <pc:spChg chg="mod">
          <ac:chgData name="Muinat Tijani" userId="200c91c32dcecd70" providerId="LiveId" clId="{64531718-0F78-43B7-8241-660AE8910F53}" dt="2025-12-09T11:01:14.807" v="513" actId="1076"/>
          <ac:spMkLst>
            <pc:docMk/>
            <pc:sldMk cId="0" sldId="263"/>
            <ac:spMk id="4" creationId="{00000000-0000-0000-0000-000000000000}"/>
          </ac:spMkLst>
        </pc:spChg>
      </pc:sldChg>
      <pc:sldChg chg="delSp modSp mod">
        <pc:chgData name="Muinat Tijani" userId="200c91c32dcecd70" providerId="LiveId" clId="{64531718-0F78-43B7-8241-660AE8910F53}" dt="2025-12-09T11:02:15.817" v="541" actId="478"/>
        <pc:sldMkLst>
          <pc:docMk/>
          <pc:sldMk cId="0" sldId="264"/>
        </pc:sldMkLst>
        <pc:spChg chg="del">
          <ac:chgData name="Muinat Tijani" userId="200c91c32dcecd70" providerId="LiveId" clId="{64531718-0F78-43B7-8241-660AE8910F53}" dt="2025-12-09T11:01:59.665" v="538" actId="478"/>
          <ac:spMkLst>
            <pc:docMk/>
            <pc:sldMk cId="0" sldId="264"/>
            <ac:spMk id="3" creationId="{00000000-0000-0000-0000-000000000000}"/>
          </ac:spMkLst>
        </pc:spChg>
        <pc:spChg chg="del">
          <ac:chgData name="Muinat Tijani" userId="200c91c32dcecd70" providerId="LiveId" clId="{64531718-0F78-43B7-8241-660AE8910F53}" dt="2025-12-09T11:02:15.817" v="541" actId="478"/>
          <ac:spMkLst>
            <pc:docMk/>
            <pc:sldMk cId="0" sldId="264"/>
            <ac:spMk id="8" creationId="{00000000-0000-0000-0000-000000000000}"/>
          </ac:spMkLst>
        </pc:spChg>
        <pc:spChg chg="mod">
          <ac:chgData name="Muinat Tijani" userId="200c91c32dcecd70" providerId="LiveId" clId="{64531718-0F78-43B7-8241-660AE8910F53}" dt="2025-12-09T11:01:54.503" v="537" actId="1076"/>
          <ac:spMkLst>
            <pc:docMk/>
            <pc:sldMk cId="0" sldId="264"/>
            <ac:spMk id="9" creationId="{00000000-0000-0000-0000-000000000000}"/>
          </ac:spMkLst>
        </pc:spChg>
        <pc:spChg chg="mod">
          <ac:chgData name="Muinat Tijani" userId="200c91c32dcecd70" providerId="LiveId" clId="{64531718-0F78-43B7-8241-660AE8910F53}" dt="2025-12-09T11:02:07.377" v="539" actId="1076"/>
          <ac:spMkLst>
            <pc:docMk/>
            <pc:sldMk cId="0" sldId="264"/>
            <ac:spMk id="10" creationId="{00000000-0000-0000-0000-000000000000}"/>
          </ac:spMkLst>
        </pc:spChg>
        <pc:spChg chg="del">
          <ac:chgData name="Muinat Tijani" userId="200c91c32dcecd70" providerId="LiveId" clId="{64531718-0F78-43B7-8241-660AE8910F53}" dt="2025-12-09T11:02:11.328" v="540" actId="478"/>
          <ac:spMkLst>
            <pc:docMk/>
            <pc:sldMk cId="0" sldId="264"/>
            <ac:spMk id="11" creationId="{00000000-0000-0000-0000-000000000000}"/>
          </ac:spMkLst>
        </pc:spChg>
        <pc:grpChg chg="del">
          <ac:chgData name="Muinat Tijani" userId="200c91c32dcecd70" providerId="LiveId" clId="{64531718-0F78-43B7-8241-660AE8910F53}" dt="2025-12-09T11:01:39.650" v="535" actId="478"/>
          <ac:grpSpMkLst>
            <pc:docMk/>
            <pc:sldMk cId="0" sldId="264"/>
            <ac:grpSpMk id="4" creationId="{00000000-0000-0000-0000-000000000000}"/>
          </ac:grpSpMkLst>
        </pc:grpChg>
      </pc:sldChg>
      <pc:sldChg chg="addSp delSp modSp add mod">
        <pc:chgData name="Muinat Tijani" userId="200c91c32dcecd70" providerId="LiveId" clId="{64531718-0F78-43B7-8241-660AE8910F53}" dt="2025-12-09T10:46:30.738" v="299" actId="20577"/>
        <pc:sldMkLst>
          <pc:docMk/>
          <pc:sldMk cId="1371347589" sldId="266"/>
        </pc:sldMkLst>
        <pc:spChg chg="mod">
          <ac:chgData name="Muinat Tijani" userId="200c91c32dcecd70" providerId="LiveId" clId="{64531718-0F78-43B7-8241-660AE8910F53}" dt="2025-12-09T10:46:30.738" v="299" actId="20577"/>
          <ac:spMkLst>
            <pc:docMk/>
            <pc:sldMk cId="1371347589" sldId="266"/>
            <ac:spMk id="15" creationId="{FBF28460-0A99-3A15-9E12-4E13031DA5E4}"/>
          </ac:spMkLst>
        </pc:spChg>
        <pc:spChg chg="del">
          <ac:chgData name="Muinat Tijani" userId="200c91c32dcecd70" providerId="LiveId" clId="{64531718-0F78-43B7-8241-660AE8910F53}" dt="2025-12-09T10:36:23.969" v="184" actId="478"/>
          <ac:spMkLst>
            <pc:docMk/>
            <pc:sldMk cId="1371347589" sldId="266"/>
            <ac:spMk id="19" creationId="{32728203-C078-D9D2-2FF3-14B88E326943}"/>
          </ac:spMkLst>
        </pc:spChg>
        <pc:grpChg chg="del">
          <ac:chgData name="Muinat Tijani" userId="200c91c32dcecd70" providerId="LiveId" clId="{64531718-0F78-43B7-8241-660AE8910F53}" dt="2025-12-09T10:36:18.669" v="183" actId="478"/>
          <ac:grpSpMkLst>
            <pc:docMk/>
            <pc:sldMk cId="1371347589" sldId="266"/>
            <ac:grpSpMk id="3" creationId="{162D1E6C-3571-C01E-1C90-857928E79725}"/>
          </ac:grpSpMkLst>
        </pc:grpChg>
        <pc:picChg chg="add mod">
          <ac:chgData name="Muinat Tijani" userId="200c91c32dcecd70" providerId="LiveId" clId="{64531718-0F78-43B7-8241-660AE8910F53}" dt="2025-12-09T10:44:10.906" v="273" actId="1036"/>
          <ac:picMkLst>
            <pc:docMk/>
            <pc:sldMk cId="1371347589" sldId="266"/>
            <ac:picMk id="29" creationId="{AD226974-8B1E-8A87-F2FD-FC816D4811E1}"/>
          </ac:picMkLst>
        </pc:picChg>
        <pc:picChg chg="add mod">
          <ac:chgData name="Muinat Tijani" userId="200c91c32dcecd70" providerId="LiveId" clId="{64531718-0F78-43B7-8241-660AE8910F53}" dt="2025-12-09T10:44:15.037" v="275" actId="1036"/>
          <ac:picMkLst>
            <pc:docMk/>
            <pc:sldMk cId="1371347589" sldId="266"/>
            <ac:picMk id="31" creationId="{9D8DDFD2-8B05-4B77-9421-909C323DBDEE}"/>
          </ac:picMkLst>
        </pc:picChg>
        <pc:picChg chg="add mod">
          <ac:chgData name="Muinat Tijani" userId="200c91c32dcecd70" providerId="LiveId" clId="{64531718-0F78-43B7-8241-660AE8910F53}" dt="2025-12-09T10:44:03.425" v="271" actId="1035"/>
          <ac:picMkLst>
            <pc:docMk/>
            <pc:sldMk cId="1371347589" sldId="266"/>
            <ac:picMk id="33" creationId="{5995D559-0D08-0169-591D-0636DB37476D}"/>
          </ac:picMkLst>
        </pc:picChg>
        <pc:picChg chg="add mod">
          <ac:chgData name="Muinat Tijani" userId="200c91c32dcecd70" providerId="LiveId" clId="{64531718-0F78-43B7-8241-660AE8910F53}" dt="2025-12-09T10:43:56.111" v="270" actId="1036"/>
          <ac:picMkLst>
            <pc:docMk/>
            <pc:sldMk cId="1371347589" sldId="266"/>
            <ac:picMk id="35" creationId="{378E59EC-8FFE-1079-EFE0-CEDAFF8A56AC}"/>
          </ac:picMkLst>
        </pc:picChg>
      </pc:sldChg>
      <pc:sldChg chg="addSp modSp add mod">
        <pc:chgData name="Muinat Tijani" userId="200c91c32dcecd70" providerId="LiveId" clId="{64531718-0F78-43B7-8241-660AE8910F53}" dt="2025-12-09T10:58:09.673" v="474" actId="1035"/>
        <pc:sldMkLst>
          <pc:docMk/>
          <pc:sldMk cId="1962878942" sldId="267"/>
        </pc:sldMkLst>
        <pc:spChg chg="mod">
          <ac:chgData name="Muinat Tijani" userId="200c91c32dcecd70" providerId="LiveId" clId="{64531718-0F78-43B7-8241-660AE8910F53}" dt="2025-12-09T10:55:20.855" v="451" actId="14100"/>
          <ac:spMkLst>
            <pc:docMk/>
            <pc:sldMk cId="1962878942" sldId="267"/>
            <ac:spMk id="12" creationId="{E27275AB-8027-E73A-6E11-F85F820CA883}"/>
          </ac:spMkLst>
        </pc:spChg>
        <pc:picChg chg="add mod">
          <ac:chgData name="Muinat Tijani" userId="200c91c32dcecd70" providerId="LiveId" clId="{64531718-0F78-43B7-8241-660AE8910F53}" dt="2025-12-09T10:57:44.499" v="472" actId="14100"/>
          <ac:picMkLst>
            <pc:docMk/>
            <pc:sldMk cId="1962878942" sldId="267"/>
            <ac:picMk id="5" creationId="{90B483B8-D5CF-1D6F-7750-5FB06243F07E}"/>
          </ac:picMkLst>
        </pc:picChg>
        <pc:picChg chg="add mod">
          <ac:chgData name="Muinat Tijani" userId="200c91c32dcecd70" providerId="LiveId" clId="{64531718-0F78-43B7-8241-660AE8910F53}" dt="2025-12-09T10:55:32.143" v="454" actId="1076"/>
          <ac:picMkLst>
            <pc:docMk/>
            <pc:sldMk cId="1962878942" sldId="267"/>
            <ac:picMk id="11" creationId="{EBFE1740-1490-7628-8BA3-257F6C43806B}"/>
          </ac:picMkLst>
        </pc:picChg>
        <pc:picChg chg="add mod">
          <ac:chgData name="Muinat Tijani" userId="200c91c32dcecd70" providerId="LiveId" clId="{64531718-0F78-43B7-8241-660AE8910F53}" dt="2025-12-09T10:55:46.579" v="457" actId="1076"/>
          <ac:picMkLst>
            <pc:docMk/>
            <pc:sldMk cId="1962878942" sldId="267"/>
            <ac:picMk id="13" creationId="{3654162E-4CE4-405D-B409-1A9A7B73BFE7}"/>
          </ac:picMkLst>
        </pc:picChg>
        <pc:picChg chg="add mod">
          <ac:chgData name="Muinat Tijani" userId="200c91c32dcecd70" providerId="LiveId" clId="{64531718-0F78-43B7-8241-660AE8910F53}" dt="2025-12-09T10:58:09.673" v="474" actId="1035"/>
          <ac:picMkLst>
            <pc:docMk/>
            <pc:sldMk cId="1962878942" sldId="267"/>
            <ac:picMk id="15" creationId="{EC70ED01-B045-61F7-C24C-1720D531DB2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9.sv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image" Target="../media/image10.jpe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4.png"/><Relationship Id="rId7" Type="http://schemas.openxmlformats.org/officeDocument/2006/relationships/image" Target="../media/image18.png"/><Relationship Id="rId2" Type="http://schemas.openxmlformats.org/officeDocument/2006/relationships/image" Target="../media/image16.jpe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5.svg"/><Relationship Id="rId2" Type="http://schemas.openxmlformats.org/officeDocument/2006/relationships/image" Target="../media/image23.jpe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6.jpeg"/><Relationship Id="rId1" Type="http://schemas.openxmlformats.org/officeDocument/2006/relationships/slideLayout" Target="../slideLayouts/slideLayout7.xml"/><Relationship Id="rId5" Type="http://schemas.openxmlformats.org/officeDocument/2006/relationships/image" Target="../media/image25.sv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7.jpe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74" r="-74"/>
            </a:stretch>
          </a:blipFill>
        </p:spPr>
        <p:txBody>
          <a:bodyPr/>
          <a:lstStyle/>
          <a:p>
            <a:endParaRPr lang="en-GB"/>
          </a:p>
        </p:txBody>
      </p:sp>
      <p:sp>
        <p:nvSpPr>
          <p:cNvPr id="3" name="TextBox 3"/>
          <p:cNvSpPr txBox="1"/>
          <p:nvPr/>
        </p:nvSpPr>
        <p:spPr>
          <a:xfrm>
            <a:off x="1625860" y="2661847"/>
            <a:ext cx="8965940" cy="5641929"/>
          </a:xfrm>
          <a:prstGeom prst="rect">
            <a:avLst/>
          </a:prstGeom>
        </p:spPr>
        <p:txBody>
          <a:bodyPr wrap="square" lIns="0" tIns="0" rIns="0" bIns="0" rtlCol="0" anchor="t">
            <a:spAutoFit/>
          </a:bodyPr>
          <a:lstStyle/>
          <a:p>
            <a:pPr algn="l">
              <a:lnSpc>
                <a:spcPts val="15271"/>
              </a:lnSpc>
            </a:pPr>
            <a:r>
              <a:rPr lang="en-US" sz="8000" b="1" dirty="0">
                <a:solidFill>
                  <a:srgbClr val="FFFFFF"/>
                </a:solidFill>
                <a:latin typeface="Gotham Heavy"/>
                <a:ea typeface="Gotham Heavy"/>
                <a:cs typeface="Gotham Heavy"/>
                <a:sym typeface="Gotham Heavy"/>
              </a:rPr>
              <a:t>STOCK MARKET TREND PREDICTION</a:t>
            </a:r>
          </a:p>
        </p:txBody>
      </p:sp>
      <p:sp>
        <p:nvSpPr>
          <p:cNvPr id="4" name="Freeform 4"/>
          <p:cNvSpPr/>
          <p:nvPr/>
        </p:nvSpPr>
        <p:spPr>
          <a:xfrm>
            <a:off x="16686831" y="764138"/>
            <a:ext cx="716605" cy="371332"/>
          </a:xfrm>
          <a:custGeom>
            <a:avLst/>
            <a:gdLst/>
            <a:ahLst/>
            <a:cxnLst/>
            <a:rect l="l" t="t" r="r" b="b"/>
            <a:pathLst>
              <a:path w="716605" h="371332">
                <a:moveTo>
                  <a:pt x="0" y="0"/>
                </a:moveTo>
                <a:lnTo>
                  <a:pt x="716605" y="0"/>
                </a:lnTo>
                <a:lnTo>
                  <a:pt x="716605" y="371332"/>
                </a:lnTo>
                <a:lnTo>
                  <a:pt x="0" y="371332"/>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GB"/>
          </a:p>
        </p:txBody>
      </p:sp>
      <p:sp>
        <p:nvSpPr>
          <p:cNvPr id="5" name="Freeform 5"/>
          <p:cNvSpPr/>
          <p:nvPr/>
        </p:nvSpPr>
        <p:spPr>
          <a:xfrm>
            <a:off x="716194" y="764138"/>
            <a:ext cx="493452" cy="596316"/>
          </a:xfrm>
          <a:custGeom>
            <a:avLst/>
            <a:gdLst/>
            <a:ahLst/>
            <a:cxnLst/>
            <a:rect l="l" t="t" r="r" b="b"/>
            <a:pathLst>
              <a:path w="493452" h="596316">
                <a:moveTo>
                  <a:pt x="0" y="0"/>
                </a:moveTo>
                <a:lnTo>
                  <a:pt x="493452" y="0"/>
                </a:lnTo>
                <a:lnTo>
                  <a:pt x="493452" y="596316"/>
                </a:lnTo>
                <a:lnTo>
                  <a:pt x="0" y="596316"/>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1445780" y="649321"/>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11" name="TextBox 11"/>
          <p:cNvSpPr txBox="1"/>
          <p:nvPr/>
        </p:nvSpPr>
        <p:spPr>
          <a:xfrm>
            <a:off x="1625860" y="8504447"/>
            <a:ext cx="2171801" cy="359073"/>
          </a:xfrm>
          <a:prstGeom prst="rect">
            <a:avLst/>
          </a:prstGeom>
        </p:spPr>
        <p:txBody>
          <a:bodyPr lIns="0" tIns="0" rIns="0" bIns="0" rtlCol="0" anchor="t">
            <a:spAutoFit/>
          </a:bodyPr>
          <a:lstStyle/>
          <a:p>
            <a:pPr algn="l">
              <a:lnSpc>
                <a:spcPts val="2800"/>
              </a:lnSpc>
            </a:pPr>
            <a:r>
              <a:rPr lang="en-US" sz="2400" dirty="0">
                <a:solidFill>
                  <a:srgbClr val="FFFFFF"/>
                </a:solidFill>
                <a:latin typeface="Inter"/>
                <a:ea typeface="Inter"/>
                <a:cs typeface="Inter"/>
                <a:sym typeface="Inter"/>
              </a:rPr>
              <a:t>Presented by</a:t>
            </a:r>
          </a:p>
        </p:txBody>
      </p:sp>
      <p:sp>
        <p:nvSpPr>
          <p:cNvPr id="13" name="TextBox 13"/>
          <p:cNvSpPr txBox="1"/>
          <p:nvPr/>
        </p:nvSpPr>
        <p:spPr>
          <a:xfrm>
            <a:off x="14515030" y="8504447"/>
            <a:ext cx="2171801" cy="349217"/>
          </a:xfrm>
          <a:prstGeom prst="rect">
            <a:avLst/>
          </a:prstGeom>
        </p:spPr>
        <p:txBody>
          <a:bodyPr lIns="0" tIns="0" rIns="0" bIns="0" rtlCol="0" anchor="t">
            <a:spAutoFit/>
          </a:bodyPr>
          <a:lstStyle/>
          <a:p>
            <a:pPr algn="l">
              <a:lnSpc>
                <a:spcPts val="2800"/>
              </a:lnSpc>
            </a:pPr>
            <a:r>
              <a:rPr lang="en-US" sz="2000">
                <a:solidFill>
                  <a:srgbClr val="FFFFFF"/>
                </a:solidFill>
                <a:latin typeface="Inter"/>
                <a:ea typeface="Inter"/>
                <a:cs typeface="Inter"/>
                <a:sym typeface="Inter"/>
              </a:rPr>
              <a:t>Date</a:t>
            </a:r>
          </a:p>
        </p:txBody>
      </p:sp>
      <p:sp>
        <p:nvSpPr>
          <p:cNvPr id="14" name="TextBox 14"/>
          <p:cNvSpPr txBox="1"/>
          <p:nvPr/>
        </p:nvSpPr>
        <p:spPr>
          <a:xfrm>
            <a:off x="1625860" y="9044894"/>
            <a:ext cx="3631940" cy="365806"/>
          </a:xfrm>
          <a:prstGeom prst="rect">
            <a:avLst/>
          </a:prstGeom>
        </p:spPr>
        <p:txBody>
          <a:bodyPr wrap="square" lIns="0" tIns="0" rIns="0" bIns="0" rtlCol="0" anchor="t">
            <a:spAutoFit/>
          </a:bodyPr>
          <a:lstStyle/>
          <a:p>
            <a:pPr algn="l">
              <a:lnSpc>
                <a:spcPts val="2800"/>
              </a:lnSpc>
            </a:pPr>
            <a:r>
              <a:rPr lang="en-US" sz="3200" b="1" dirty="0">
                <a:solidFill>
                  <a:srgbClr val="FFFFFF"/>
                </a:solidFill>
                <a:latin typeface="Inter Bold"/>
                <a:ea typeface="Inter Bold"/>
                <a:cs typeface="Inter Bold"/>
                <a:sym typeface="Inter Bold"/>
              </a:rPr>
              <a:t>A. Muinat Tijani</a:t>
            </a:r>
          </a:p>
        </p:txBody>
      </p:sp>
      <p:sp>
        <p:nvSpPr>
          <p:cNvPr id="16" name="TextBox 16"/>
          <p:cNvSpPr txBox="1"/>
          <p:nvPr/>
        </p:nvSpPr>
        <p:spPr>
          <a:xfrm>
            <a:off x="14515030" y="8872714"/>
            <a:ext cx="2744270" cy="329642"/>
          </a:xfrm>
          <a:prstGeom prst="rect">
            <a:avLst/>
          </a:prstGeom>
        </p:spPr>
        <p:txBody>
          <a:bodyPr lIns="0" tIns="0" rIns="0" bIns="0" rtlCol="0" anchor="t">
            <a:spAutoFit/>
          </a:bodyPr>
          <a:lstStyle/>
          <a:p>
            <a:pPr algn="l">
              <a:lnSpc>
                <a:spcPts val="2800"/>
              </a:lnSpc>
            </a:pPr>
            <a:r>
              <a:rPr lang="en-US" sz="2000" b="1" dirty="0">
                <a:solidFill>
                  <a:srgbClr val="FFFFFF"/>
                </a:solidFill>
                <a:latin typeface="Inter Bold"/>
                <a:ea typeface="Inter Bold"/>
                <a:cs typeface="Inter Bold"/>
                <a:sym typeface="Inter Bold"/>
              </a:rPr>
              <a:t>December 28th,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9411500" y="-291888"/>
            <a:ext cx="9718695" cy="10830757"/>
          </a:xfrm>
          <a:custGeom>
            <a:avLst/>
            <a:gdLst/>
            <a:ahLst/>
            <a:cxnLst/>
            <a:rect l="l" t="t" r="r" b="b"/>
            <a:pathLst>
              <a:path w="12328989" h="10830757">
                <a:moveTo>
                  <a:pt x="0" y="0"/>
                </a:moveTo>
                <a:lnTo>
                  <a:pt x="12328989" y="0"/>
                </a:lnTo>
                <a:lnTo>
                  <a:pt x="12328989" y="10830758"/>
                </a:lnTo>
                <a:lnTo>
                  <a:pt x="0" y="10830758"/>
                </a:lnTo>
                <a:lnTo>
                  <a:pt x="0" y="0"/>
                </a:lnTo>
                <a:close/>
              </a:path>
            </a:pathLst>
          </a:custGeom>
          <a:blipFill>
            <a:blip r:embed="rId2"/>
            <a:stretch>
              <a:fillRect l="-15803" r="-15803"/>
            </a:stretch>
          </a:blipFill>
        </p:spPr>
        <p:txBody>
          <a:bodyPr/>
          <a:lstStyle/>
          <a:p>
            <a:endParaRPr lang="en-GB"/>
          </a:p>
        </p:txBody>
      </p:sp>
      <p:sp>
        <p:nvSpPr>
          <p:cNvPr id="3" name="Freeform 3"/>
          <p:cNvSpPr/>
          <p:nvPr/>
        </p:nvSpPr>
        <p:spPr>
          <a:xfrm rot="5400000">
            <a:off x="8031343" y="1088268"/>
            <a:ext cx="10830757" cy="8070445"/>
          </a:xfrm>
          <a:custGeom>
            <a:avLst/>
            <a:gdLst/>
            <a:ahLst/>
            <a:cxnLst/>
            <a:rect l="l" t="t" r="r" b="b"/>
            <a:pathLst>
              <a:path w="10830757" h="10830757">
                <a:moveTo>
                  <a:pt x="0" y="0"/>
                </a:moveTo>
                <a:lnTo>
                  <a:pt x="10830757" y="0"/>
                </a:lnTo>
                <a:lnTo>
                  <a:pt x="10830757" y="10830758"/>
                </a:lnTo>
                <a:lnTo>
                  <a:pt x="0" y="1083075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GB"/>
          </a:p>
        </p:txBody>
      </p:sp>
      <p:sp>
        <p:nvSpPr>
          <p:cNvPr id="13" name="Freeform 13"/>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5"/>
            <a:stretch>
              <a:fillRect/>
            </a:stretch>
          </a:blipFill>
        </p:spPr>
        <p:txBody>
          <a:bodyPr/>
          <a:lstStyle/>
          <a:p>
            <a:endParaRPr lang="en-GB"/>
          </a:p>
        </p:txBody>
      </p:sp>
      <p:sp>
        <p:nvSpPr>
          <p:cNvPr id="14" name="Freeform 14"/>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GB"/>
          </a:p>
        </p:txBody>
      </p:sp>
      <p:sp>
        <p:nvSpPr>
          <p:cNvPr id="15" name="TextBox 15"/>
          <p:cNvSpPr txBox="1"/>
          <p:nvPr/>
        </p:nvSpPr>
        <p:spPr>
          <a:xfrm>
            <a:off x="544417" y="1674931"/>
            <a:ext cx="7278386"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Gotham Bold"/>
                <a:ea typeface="Gotham Bold"/>
                <a:cs typeface="Gotham Bold"/>
                <a:sym typeface="Gotham Bold"/>
              </a:rPr>
              <a:t>Project Overview</a:t>
            </a:r>
          </a:p>
        </p:txBody>
      </p:sp>
      <p:sp>
        <p:nvSpPr>
          <p:cNvPr id="20" name="TextBox 20"/>
          <p:cNvSpPr txBox="1"/>
          <p:nvPr/>
        </p:nvSpPr>
        <p:spPr>
          <a:xfrm>
            <a:off x="544417" y="2933700"/>
            <a:ext cx="8332085" cy="6400800"/>
          </a:xfrm>
          <a:prstGeom prst="rect">
            <a:avLst/>
          </a:prstGeom>
        </p:spPr>
        <p:txBody>
          <a:bodyPr wrap="square" lIns="0" tIns="0" rIns="0" bIns="0" rtlCol="0" anchor="t">
            <a:spAutoFit/>
          </a:bodyPr>
          <a:lstStyle/>
          <a:p>
            <a:pPr>
              <a:lnSpc>
                <a:spcPts val="2660"/>
              </a:lnSpc>
            </a:pPr>
            <a:r>
              <a:rPr lang="en-GB" sz="2800" dirty="0"/>
              <a:t>This project focuses on understanding stock market behaviour and developing a predictive model to classify price trends into upward, downward, or sideways movements. It directly addresses a key challenge faced by Global Investment Partners: the inability to identify trend shifts consistently and early enough, which leads to weak market timing and missed trading opportunities. </a:t>
            </a:r>
          </a:p>
          <a:p>
            <a:pPr>
              <a:lnSpc>
                <a:spcPts val="2660"/>
              </a:lnSpc>
            </a:pPr>
            <a:endParaRPr lang="en-GB" sz="2800" dirty="0"/>
          </a:p>
          <a:p>
            <a:pPr>
              <a:lnSpc>
                <a:spcPts val="2660"/>
              </a:lnSpc>
            </a:pPr>
            <a:r>
              <a:rPr lang="en-GB" sz="2800" dirty="0"/>
              <a:t>Using more than three years of daily OHLCV data across 20 stocks from multiple sectors, together with technical indicators, we carried out exploratory analysis to uncover patterns, volatility regimes, and sector relationships. These insights supported the development of a trend-classification model aimed at improving the clarity and reliability of market interpretation. The scope of the work is limited to data analysis and modelling, and does not extend to engineering tasks such as APIs, deployment, or </a:t>
            </a:r>
            <a:r>
              <a:rPr lang="en-GB" sz="2800" dirty="0" err="1"/>
              <a:t>MLOps</a:t>
            </a:r>
            <a:r>
              <a:rPr lang="en-GB" sz="2800" dirty="0"/>
              <a:t>.</a:t>
            </a:r>
            <a:endParaRPr lang="en-US" sz="2800" dirty="0">
              <a:solidFill>
                <a:srgbClr val="737373"/>
              </a:solidFill>
              <a:latin typeface="Inter"/>
              <a:ea typeface="Inter"/>
              <a:cs typeface="Inter"/>
              <a:sym typeface="Inter"/>
            </a:endParaRPr>
          </a:p>
        </p:txBody>
      </p:sp>
      <p:sp>
        <p:nvSpPr>
          <p:cNvPr id="21" name="TextBox 21"/>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545454"/>
                </a:solidFill>
                <a:latin typeface="Inter"/>
                <a:ea typeface="Inter"/>
                <a:cs typeface="Inter"/>
                <a:sym typeface="Inter"/>
              </a:rPr>
              <a:t>Global Investment Partners.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txBody>
          <a:bodyPr/>
          <a:lstStyle/>
          <a:p>
            <a:endParaRPr lang="en-GB"/>
          </a:p>
        </p:txBody>
      </p:sp>
      <p:grpSp>
        <p:nvGrpSpPr>
          <p:cNvPr id="3" name="Group 3"/>
          <p:cNvGrpSpPr/>
          <p:nvPr/>
        </p:nvGrpSpPr>
        <p:grpSpPr>
          <a:xfrm>
            <a:off x="10301592" y="2060137"/>
            <a:ext cx="7367621" cy="4154383"/>
            <a:chOff x="0" y="0"/>
            <a:chExt cx="1141437" cy="643623"/>
          </a:xfrm>
        </p:grpSpPr>
        <p:sp>
          <p:nvSpPr>
            <p:cNvPr id="4" name="Freeform 4"/>
            <p:cNvSpPr/>
            <p:nvPr/>
          </p:nvSpPr>
          <p:spPr>
            <a:xfrm>
              <a:off x="0" y="0"/>
              <a:ext cx="1141437" cy="643623"/>
            </a:xfrm>
            <a:custGeom>
              <a:avLst/>
              <a:gdLst/>
              <a:ahLst/>
              <a:cxnLst/>
              <a:rect l="l" t="t" r="r" b="b"/>
              <a:pathLst>
                <a:path w="1141437" h="643623">
                  <a:moveTo>
                    <a:pt x="0" y="0"/>
                  </a:moveTo>
                  <a:lnTo>
                    <a:pt x="1141437" y="0"/>
                  </a:lnTo>
                  <a:lnTo>
                    <a:pt x="1141437" y="643623"/>
                  </a:lnTo>
                  <a:lnTo>
                    <a:pt x="0" y="643623"/>
                  </a:lnTo>
                  <a:close/>
                </a:path>
              </a:pathLst>
            </a:custGeom>
            <a:blipFill>
              <a:blip r:embed="rId3"/>
              <a:stretch>
                <a:fillRect t="-9115" b="-9115"/>
              </a:stretch>
            </a:blipFill>
          </p:spPr>
          <p:txBody>
            <a:bodyPr/>
            <a:lstStyle/>
            <a:p>
              <a:endParaRPr lang="en-GB"/>
            </a:p>
          </p:txBody>
        </p:sp>
      </p:grpSp>
      <p:sp>
        <p:nvSpPr>
          <p:cNvPr id="5" name="Freeform 5"/>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4"/>
            <a:stretch>
              <a:fillRect/>
            </a:stretch>
          </a:blipFill>
        </p:spPr>
        <p:txBody>
          <a:bodyPr/>
          <a:lstStyle/>
          <a:p>
            <a:endParaRPr lang="en-GB"/>
          </a:p>
        </p:txBody>
      </p:sp>
      <p:sp>
        <p:nvSpPr>
          <p:cNvPr id="15" name="TextBox 15"/>
          <p:cNvSpPr txBox="1"/>
          <p:nvPr/>
        </p:nvSpPr>
        <p:spPr>
          <a:xfrm>
            <a:off x="1923670" y="1714500"/>
            <a:ext cx="7525130" cy="91440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Dataset Summary</a:t>
            </a:r>
          </a:p>
        </p:txBody>
      </p:sp>
      <p:sp>
        <p:nvSpPr>
          <p:cNvPr id="19" name="TextBox 19"/>
          <p:cNvSpPr txBox="1"/>
          <p:nvPr/>
        </p:nvSpPr>
        <p:spPr>
          <a:xfrm>
            <a:off x="544417" y="3162300"/>
            <a:ext cx="9513983" cy="6584688"/>
          </a:xfrm>
          <a:prstGeom prst="rect">
            <a:avLst/>
          </a:prstGeom>
        </p:spPr>
        <p:txBody>
          <a:bodyPr wrap="square" lIns="0" tIns="0" rIns="0" bIns="0" rtlCol="0" anchor="t">
            <a:spAutoFit/>
          </a:bodyPr>
          <a:lstStyle/>
          <a:p>
            <a:pPr>
              <a:lnSpc>
                <a:spcPts val="2660"/>
              </a:lnSpc>
            </a:pPr>
            <a:r>
              <a:rPr lang="en-GB" sz="2800" dirty="0">
                <a:solidFill>
                  <a:schemeClr val="bg1"/>
                </a:solidFill>
              </a:rPr>
              <a:t>This project analyses market behaviour across </a:t>
            </a:r>
            <a:r>
              <a:rPr lang="en-GB" sz="2800" b="1" dirty="0">
                <a:solidFill>
                  <a:schemeClr val="bg1"/>
                </a:solidFill>
              </a:rPr>
              <a:t>20 stocks</a:t>
            </a:r>
            <a:r>
              <a:rPr lang="en-GB" sz="2800" dirty="0">
                <a:solidFill>
                  <a:schemeClr val="bg1"/>
                </a:solidFill>
              </a:rPr>
              <a:t> using daily OHLCV data from </a:t>
            </a:r>
            <a:r>
              <a:rPr lang="en-GB" sz="2800" b="1" dirty="0">
                <a:solidFill>
                  <a:schemeClr val="bg1"/>
                </a:solidFill>
              </a:rPr>
              <a:t>January 2021 to January 2024</a:t>
            </a:r>
            <a:r>
              <a:rPr lang="en-GB" sz="2800" dirty="0">
                <a:solidFill>
                  <a:schemeClr val="bg1"/>
                </a:solidFill>
              </a:rPr>
              <a:t>, drawn from the core datasets covering stock prices, technical indicators, market indices, and fundamental information. Our exploratory work examines price movements, volatility patterns, sector differences, and broader market influences, forming the foundation for developing a model to classify trends into upward, downward, or sideways regimes. </a:t>
            </a:r>
          </a:p>
          <a:p>
            <a:pPr>
              <a:lnSpc>
                <a:spcPts val="2660"/>
              </a:lnSpc>
            </a:pPr>
            <a:endParaRPr lang="en-GB" sz="2800" dirty="0">
              <a:solidFill>
                <a:schemeClr val="bg1"/>
              </a:solidFill>
            </a:endParaRPr>
          </a:p>
          <a:p>
            <a:pPr>
              <a:lnSpc>
                <a:spcPts val="2660"/>
              </a:lnSpc>
            </a:pPr>
            <a:r>
              <a:rPr lang="en-GB" sz="2800" dirty="0">
                <a:solidFill>
                  <a:schemeClr val="bg1"/>
                </a:solidFill>
              </a:rPr>
              <a:t>The predictive features used in the model include momentum_10, momentum_20, sma_20, sma_200, </a:t>
            </a:r>
            <a:r>
              <a:rPr lang="en-GB" sz="2800" dirty="0" err="1">
                <a:solidFill>
                  <a:schemeClr val="bg1"/>
                </a:solidFill>
              </a:rPr>
              <a:t>macd</a:t>
            </a:r>
            <a:r>
              <a:rPr lang="en-GB" sz="2800" dirty="0">
                <a:solidFill>
                  <a:schemeClr val="bg1"/>
                </a:solidFill>
              </a:rPr>
              <a:t>, </a:t>
            </a:r>
            <a:r>
              <a:rPr lang="en-GB" sz="2800" dirty="0" err="1">
                <a:solidFill>
                  <a:schemeClr val="bg1"/>
                </a:solidFill>
              </a:rPr>
              <a:t>macd_signal</a:t>
            </a:r>
            <a:r>
              <a:rPr lang="en-GB" sz="2800" dirty="0">
                <a:solidFill>
                  <a:schemeClr val="bg1"/>
                </a:solidFill>
              </a:rPr>
              <a:t>, </a:t>
            </a:r>
            <a:r>
              <a:rPr lang="en-GB" sz="2800" dirty="0" err="1">
                <a:solidFill>
                  <a:schemeClr val="bg1"/>
                </a:solidFill>
              </a:rPr>
              <a:t>bb_width</a:t>
            </a:r>
            <a:r>
              <a:rPr lang="en-GB" sz="2800" dirty="0">
                <a:solidFill>
                  <a:schemeClr val="bg1"/>
                </a:solidFill>
              </a:rPr>
              <a:t>, atr_14, volume_sma_20, and </a:t>
            </a:r>
            <a:r>
              <a:rPr lang="en-GB" sz="2800" dirty="0" err="1">
                <a:solidFill>
                  <a:schemeClr val="bg1"/>
                </a:solidFill>
              </a:rPr>
              <a:t>volume_ratio</a:t>
            </a:r>
            <a:r>
              <a:rPr lang="en-GB" sz="2800" dirty="0">
                <a:solidFill>
                  <a:schemeClr val="bg1"/>
                </a:solidFill>
              </a:rPr>
              <a:t>, each capturing different aspects of trend strength, volatility conditions, and volume dynamics. By combining these data sources with focused analysis and modelling, the project aims to improve the consistency and clarity of trend identification, supporting more informed trading decisions while deliberately excluding engineering components such as APIs, </a:t>
            </a:r>
            <a:r>
              <a:rPr lang="en-GB" sz="2800" dirty="0" err="1">
                <a:solidFill>
                  <a:schemeClr val="bg1"/>
                </a:solidFill>
              </a:rPr>
              <a:t>MLOps</a:t>
            </a:r>
            <a:r>
              <a:rPr lang="en-GB" sz="2800" dirty="0">
                <a:solidFill>
                  <a:schemeClr val="bg1"/>
                </a:solidFill>
              </a:rPr>
              <a:t>, or deployment</a:t>
            </a:r>
            <a:endParaRPr lang="en-US" sz="2800" dirty="0">
              <a:solidFill>
                <a:schemeClr val="bg1"/>
              </a:solidFill>
              <a:latin typeface="Inter"/>
              <a:ea typeface="Inter"/>
              <a:cs typeface="Inter"/>
              <a:sym typeface="Inter"/>
            </a:endParaRPr>
          </a:p>
        </p:txBody>
      </p:sp>
      <p:sp>
        <p:nvSpPr>
          <p:cNvPr id="22" name="TextBox 22"/>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23" name="Freeform 23"/>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64BB0-E894-CE20-6E85-BDF693B0AF8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6548E69-45D2-67E3-A8B4-E3CFA7534F24}"/>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59" b="-9259"/>
            </a:stretch>
          </a:blipFill>
        </p:spPr>
        <p:txBody>
          <a:bodyPr/>
          <a:lstStyle/>
          <a:p>
            <a:endParaRPr lang="en-GB"/>
          </a:p>
        </p:txBody>
      </p:sp>
      <p:sp>
        <p:nvSpPr>
          <p:cNvPr id="5" name="Freeform 5">
            <a:extLst>
              <a:ext uri="{FF2B5EF4-FFF2-40B4-BE49-F238E27FC236}">
                <a16:creationId xmlns:a16="http://schemas.microsoft.com/office/drawing/2014/main" id="{A7787888-0F9C-3D00-694C-A39C3DCEDAD4}"/>
              </a:ext>
            </a:extLst>
          </p:cNvPr>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15" name="TextBox 15">
            <a:extLst>
              <a:ext uri="{FF2B5EF4-FFF2-40B4-BE49-F238E27FC236}">
                <a16:creationId xmlns:a16="http://schemas.microsoft.com/office/drawing/2014/main" id="{FBF28460-0A99-3A15-9E12-4E13031DA5E4}"/>
              </a:ext>
            </a:extLst>
          </p:cNvPr>
          <p:cNvSpPr txBox="1"/>
          <p:nvPr/>
        </p:nvSpPr>
        <p:spPr>
          <a:xfrm>
            <a:off x="5124070" y="495300"/>
            <a:ext cx="7525130" cy="91440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Key EDA Insights</a:t>
            </a:r>
          </a:p>
        </p:txBody>
      </p:sp>
      <p:sp>
        <p:nvSpPr>
          <p:cNvPr id="22" name="TextBox 22">
            <a:extLst>
              <a:ext uri="{FF2B5EF4-FFF2-40B4-BE49-F238E27FC236}">
                <a16:creationId xmlns:a16="http://schemas.microsoft.com/office/drawing/2014/main" id="{B398EDA4-06AC-B7ED-A7AF-D8A220A3AC8D}"/>
              </a:ext>
            </a:extLst>
          </p:cNvPr>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23" name="Freeform 23">
            <a:extLst>
              <a:ext uri="{FF2B5EF4-FFF2-40B4-BE49-F238E27FC236}">
                <a16:creationId xmlns:a16="http://schemas.microsoft.com/office/drawing/2014/main" id="{BB7AE1ED-FEEA-C45A-6B18-3E3FAD2B5E2C}"/>
              </a:ext>
            </a:extLst>
          </p:cNvPr>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pic>
        <p:nvPicPr>
          <p:cNvPr id="31" name="Picture 30" descr="A graph of different colored lines&#10;&#10;AI-generated content may be incorrect.">
            <a:extLst>
              <a:ext uri="{FF2B5EF4-FFF2-40B4-BE49-F238E27FC236}">
                <a16:creationId xmlns:a16="http://schemas.microsoft.com/office/drawing/2014/main" id="{9D8DDFD2-8B05-4B77-9421-909C323DBDE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5770514"/>
            <a:ext cx="8734615" cy="4554586"/>
          </a:xfrm>
          <a:prstGeom prst="rect">
            <a:avLst/>
          </a:prstGeom>
        </p:spPr>
      </p:pic>
      <p:pic>
        <p:nvPicPr>
          <p:cNvPr id="29" name="Picture 28" descr="A colorful squares with black lines&#10;&#10;AI-generated content may be incorrect.">
            <a:extLst>
              <a:ext uri="{FF2B5EF4-FFF2-40B4-BE49-F238E27FC236}">
                <a16:creationId xmlns:a16="http://schemas.microsoft.com/office/drawing/2014/main" id="{AD226974-8B1E-8A87-F2FD-FC816D4811E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71282" y="5846713"/>
            <a:ext cx="9316717" cy="4478387"/>
          </a:xfrm>
          <a:prstGeom prst="rect">
            <a:avLst/>
          </a:prstGeom>
        </p:spPr>
      </p:pic>
      <p:pic>
        <p:nvPicPr>
          <p:cNvPr id="33" name="Picture 32" descr="A graph of a graph&#10;&#10;AI-generated content may be incorrect.">
            <a:extLst>
              <a:ext uri="{FF2B5EF4-FFF2-40B4-BE49-F238E27FC236}">
                <a16:creationId xmlns:a16="http://schemas.microsoft.com/office/drawing/2014/main" id="{5995D559-0D08-0169-591D-0636DB3747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1562100"/>
            <a:ext cx="8734615" cy="4082892"/>
          </a:xfrm>
          <a:prstGeom prst="rect">
            <a:avLst/>
          </a:prstGeom>
        </p:spPr>
      </p:pic>
      <p:pic>
        <p:nvPicPr>
          <p:cNvPr id="35" name="Picture 34" descr="A graph of a graph">
            <a:extLst>
              <a:ext uri="{FF2B5EF4-FFF2-40B4-BE49-F238E27FC236}">
                <a16:creationId xmlns:a16="http://schemas.microsoft.com/office/drawing/2014/main" id="{378E59EC-8FFE-1079-EFE0-CEDAFF8A56A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71283" y="1544686"/>
            <a:ext cx="9316717" cy="4208414"/>
          </a:xfrm>
          <a:prstGeom prst="rect">
            <a:avLst/>
          </a:prstGeom>
        </p:spPr>
      </p:pic>
    </p:spTree>
    <p:extLst>
      <p:ext uri="{BB962C8B-B14F-4D97-AF65-F5344CB8AC3E}">
        <p14:creationId xmlns:p14="http://schemas.microsoft.com/office/powerpoint/2010/main" val="1371347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Freeform 3"/>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12" name="TextBox 12"/>
          <p:cNvSpPr txBox="1"/>
          <p:nvPr/>
        </p:nvSpPr>
        <p:spPr>
          <a:xfrm>
            <a:off x="5502325" y="675143"/>
            <a:ext cx="8726186" cy="92333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Modelling Approach</a:t>
            </a:r>
          </a:p>
        </p:txBody>
      </p:sp>
      <p:sp>
        <p:nvSpPr>
          <p:cNvPr id="19" name="TextBox 19"/>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30" name="Freeform 30"/>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8106-D5D0-E31C-D7B8-3080C0121B6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3C3EC39-71F7-7D15-1E0E-4C6453B1CA3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Freeform 3">
            <a:extLst>
              <a:ext uri="{FF2B5EF4-FFF2-40B4-BE49-F238E27FC236}">
                <a16:creationId xmlns:a16="http://schemas.microsoft.com/office/drawing/2014/main" id="{960C4861-7A47-AAFE-0F2A-2BE789DE2F14}"/>
              </a:ext>
            </a:extLst>
          </p:cNvPr>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12" name="TextBox 12">
            <a:extLst>
              <a:ext uri="{FF2B5EF4-FFF2-40B4-BE49-F238E27FC236}">
                <a16:creationId xmlns:a16="http://schemas.microsoft.com/office/drawing/2014/main" id="{E27275AB-8027-E73A-6E11-F85F820CA883}"/>
              </a:ext>
            </a:extLst>
          </p:cNvPr>
          <p:cNvSpPr txBox="1"/>
          <p:nvPr/>
        </p:nvSpPr>
        <p:spPr>
          <a:xfrm>
            <a:off x="5502325" y="675143"/>
            <a:ext cx="6232475" cy="923330"/>
          </a:xfrm>
          <a:prstGeom prst="rect">
            <a:avLst/>
          </a:prstGeom>
        </p:spPr>
        <p:txBody>
          <a:bodyPr wrap="square"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Model Result</a:t>
            </a:r>
          </a:p>
        </p:txBody>
      </p:sp>
      <p:sp>
        <p:nvSpPr>
          <p:cNvPr id="19" name="TextBox 19">
            <a:extLst>
              <a:ext uri="{FF2B5EF4-FFF2-40B4-BE49-F238E27FC236}">
                <a16:creationId xmlns:a16="http://schemas.microsoft.com/office/drawing/2014/main" id="{DB11A25E-72B7-70ED-0AD7-8321A74078E2}"/>
              </a:ext>
            </a:extLst>
          </p:cNvPr>
          <p:cNvSpPr txBox="1"/>
          <p:nvPr/>
        </p:nvSpPr>
        <p:spPr>
          <a:xfrm>
            <a:off x="1274003" y="425674"/>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30" name="Freeform 30">
            <a:extLst>
              <a:ext uri="{FF2B5EF4-FFF2-40B4-BE49-F238E27FC236}">
                <a16:creationId xmlns:a16="http://schemas.microsoft.com/office/drawing/2014/main" id="{B7AA1A1F-0B72-AB1D-DABD-C59EEEF158D9}"/>
              </a:ext>
            </a:extLst>
          </p:cNvPr>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pic>
        <p:nvPicPr>
          <p:cNvPr id="11" name="Picture 10" descr="A screenshot of a color chart&#10;&#10;AI-generated content may be incorrect.">
            <a:extLst>
              <a:ext uri="{FF2B5EF4-FFF2-40B4-BE49-F238E27FC236}">
                <a16:creationId xmlns:a16="http://schemas.microsoft.com/office/drawing/2014/main" id="{EBFE1740-1490-7628-8BA3-257F6C4380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273616"/>
            <a:ext cx="7772400" cy="3954811"/>
          </a:xfrm>
          <a:prstGeom prst="rect">
            <a:avLst/>
          </a:prstGeom>
        </p:spPr>
      </p:pic>
      <p:pic>
        <p:nvPicPr>
          <p:cNvPr id="13" name="Picture 12" descr="A screenshot of a color palette">
            <a:extLst>
              <a:ext uri="{FF2B5EF4-FFF2-40B4-BE49-F238E27FC236}">
                <a16:creationId xmlns:a16="http://schemas.microsoft.com/office/drawing/2014/main" id="{3654162E-4CE4-405D-B409-1A9A7B73BFE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59780" y="2273616"/>
            <a:ext cx="8420725" cy="3954811"/>
          </a:xfrm>
          <a:prstGeom prst="rect">
            <a:avLst/>
          </a:prstGeom>
        </p:spPr>
      </p:pic>
      <p:pic>
        <p:nvPicPr>
          <p:cNvPr id="15" name="Picture 14" descr="A graph with blue bars&#10;&#10;AI-generated content may be incorrect.">
            <a:extLst>
              <a:ext uri="{FF2B5EF4-FFF2-40B4-BE49-F238E27FC236}">
                <a16:creationId xmlns:a16="http://schemas.microsoft.com/office/drawing/2014/main" id="{EC70ED01-B045-61F7-C24C-1720D531DB2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6515100"/>
            <a:ext cx="7772399" cy="3744382"/>
          </a:xfrm>
          <a:prstGeom prst="rect">
            <a:avLst/>
          </a:prstGeom>
        </p:spPr>
      </p:pic>
      <p:pic>
        <p:nvPicPr>
          <p:cNvPr id="5" name="Picture 4" descr="A screenshot of a black screen&#10;&#10;AI-generated content may be incorrect.">
            <a:extLst>
              <a:ext uri="{FF2B5EF4-FFF2-40B4-BE49-F238E27FC236}">
                <a16:creationId xmlns:a16="http://schemas.microsoft.com/office/drawing/2014/main" id="{90B483B8-D5CF-1D6F-7750-5FB06243F07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982200" y="6903569"/>
            <a:ext cx="8298305" cy="3279667"/>
          </a:xfrm>
          <a:prstGeom prst="rect">
            <a:avLst/>
          </a:prstGeom>
        </p:spPr>
      </p:pic>
    </p:spTree>
    <p:extLst>
      <p:ext uri="{BB962C8B-B14F-4D97-AF65-F5344CB8AC3E}">
        <p14:creationId xmlns:p14="http://schemas.microsoft.com/office/powerpoint/2010/main" val="1962878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4997" y="0"/>
            <a:ext cx="18288000" cy="10287000"/>
          </a:xfrm>
          <a:custGeom>
            <a:avLst/>
            <a:gdLst/>
            <a:ahLst/>
            <a:cxnLst/>
            <a:rect l="l" t="t" r="r" b="b"/>
            <a:pathLst>
              <a:path w="18288000" h="10287000">
                <a:moveTo>
                  <a:pt x="18288000" y="0"/>
                </a:moveTo>
                <a:lnTo>
                  <a:pt x="0" y="0"/>
                </a:lnTo>
                <a:lnTo>
                  <a:pt x="0" y="10287000"/>
                </a:lnTo>
                <a:lnTo>
                  <a:pt x="18288000" y="10287000"/>
                </a:lnTo>
                <a:lnTo>
                  <a:pt x="18288000" y="0"/>
                </a:lnTo>
                <a:close/>
              </a:path>
            </a:pathLst>
          </a:custGeom>
          <a:blipFill>
            <a:blip r:embed="rId2"/>
            <a:stretch>
              <a:fillRect t="-9333" b="-9333"/>
            </a:stretch>
          </a:blipFill>
        </p:spPr>
        <p:txBody>
          <a:bodyPr/>
          <a:lstStyle/>
          <a:p>
            <a:endParaRPr lang="en-GB"/>
          </a:p>
        </p:txBody>
      </p:sp>
      <p:grpSp>
        <p:nvGrpSpPr>
          <p:cNvPr id="3" name="Group 3"/>
          <p:cNvGrpSpPr/>
          <p:nvPr/>
        </p:nvGrpSpPr>
        <p:grpSpPr>
          <a:xfrm>
            <a:off x="9084664" y="6510082"/>
            <a:ext cx="8153400" cy="3389798"/>
            <a:chOff x="0" y="0"/>
            <a:chExt cx="2225884" cy="1113285"/>
          </a:xfrm>
        </p:grpSpPr>
        <p:sp>
          <p:nvSpPr>
            <p:cNvPr id="4" name="Freeform 4"/>
            <p:cNvSpPr/>
            <p:nvPr/>
          </p:nvSpPr>
          <p:spPr>
            <a:xfrm>
              <a:off x="0" y="0"/>
              <a:ext cx="2225884" cy="1113285"/>
            </a:xfrm>
            <a:custGeom>
              <a:avLst/>
              <a:gdLst/>
              <a:ahLst/>
              <a:cxnLst/>
              <a:rect l="l" t="t" r="r" b="b"/>
              <a:pathLst>
                <a:path w="2225884" h="1113285">
                  <a:moveTo>
                    <a:pt x="0" y="0"/>
                  </a:moveTo>
                  <a:lnTo>
                    <a:pt x="2225884" y="0"/>
                  </a:lnTo>
                  <a:lnTo>
                    <a:pt x="2225884" y="1113285"/>
                  </a:lnTo>
                  <a:lnTo>
                    <a:pt x="0" y="1113285"/>
                  </a:lnTo>
                  <a:close/>
                </a:path>
              </a:pathLst>
            </a:custGeom>
            <a:blipFill>
              <a:blip r:embed="rId3"/>
              <a:stretch>
                <a:fillRect b="-33208"/>
              </a:stretch>
            </a:blipFill>
          </p:spPr>
          <p:txBody>
            <a:bodyPr/>
            <a:lstStyle/>
            <a:p>
              <a:endParaRPr lang="en-GB"/>
            </a:p>
          </p:txBody>
        </p:sp>
      </p:grpSp>
      <p:sp>
        <p:nvSpPr>
          <p:cNvPr id="5" name="Freeform 5"/>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4"/>
            <a:stretch>
              <a:fillRect/>
            </a:stretch>
          </a:blipFill>
        </p:spPr>
        <p:txBody>
          <a:bodyPr/>
          <a:lstStyle/>
          <a:p>
            <a:endParaRPr lang="en-GB"/>
          </a:p>
        </p:txBody>
      </p:sp>
      <p:sp>
        <p:nvSpPr>
          <p:cNvPr id="6" name="TextBox 6"/>
          <p:cNvSpPr txBox="1"/>
          <p:nvPr/>
        </p:nvSpPr>
        <p:spPr>
          <a:xfrm>
            <a:off x="6858000" y="889229"/>
            <a:ext cx="5577543" cy="923330"/>
          </a:xfrm>
          <a:prstGeom prst="rect">
            <a:avLst/>
          </a:prstGeom>
        </p:spPr>
        <p:txBody>
          <a:bodyPr lIns="0" tIns="0" rIns="0" bIns="0" rtlCol="0" anchor="t">
            <a:spAutoFit/>
          </a:bodyPr>
          <a:lstStyle/>
          <a:p>
            <a:pPr algn="l">
              <a:lnSpc>
                <a:spcPts val="7150"/>
              </a:lnSpc>
            </a:pPr>
            <a:r>
              <a:rPr lang="en-US" sz="6500" b="1" dirty="0">
                <a:solidFill>
                  <a:srgbClr val="FFFFFF"/>
                </a:solidFill>
                <a:latin typeface="Gotham Bold"/>
                <a:ea typeface="Gotham Bold"/>
                <a:cs typeface="Gotham Bold"/>
                <a:sym typeface="Gotham Bold"/>
              </a:rPr>
              <a:t>Final insights</a:t>
            </a:r>
          </a:p>
        </p:txBody>
      </p:sp>
      <p:sp>
        <p:nvSpPr>
          <p:cNvPr id="10" name="TextBox 10"/>
          <p:cNvSpPr txBox="1"/>
          <p:nvPr/>
        </p:nvSpPr>
        <p:spPr>
          <a:xfrm>
            <a:off x="1732613" y="4372672"/>
            <a:ext cx="5577543" cy="1323339"/>
          </a:xfrm>
          <a:prstGeom prst="rect">
            <a:avLst/>
          </a:prstGeom>
        </p:spPr>
        <p:txBody>
          <a:bodyPr lIns="0" tIns="0" rIns="0" bIns="0" rtlCol="0" anchor="t">
            <a:spAutoFit/>
          </a:bodyPr>
          <a:lstStyle/>
          <a:p>
            <a:pPr algn="l">
              <a:lnSpc>
                <a:spcPts val="2660"/>
              </a:lnSpc>
            </a:pPr>
            <a:r>
              <a:rPr lang="en-US" sz="1900" dirty="0">
                <a:solidFill>
                  <a:srgbClr val="A6A6A6"/>
                </a:solidFill>
                <a:latin typeface="Inter"/>
                <a:ea typeface="Inter"/>
                <a:cs typeface="Inter"/>
                <a:sym typeface="Inter"/>
              </a:rPr>
              <a:t>Lorem ipsum dolor sit </a:t>
            </a:r>
            <a:r>
              <a:rPr lang="en-US" sz="1900" dirty="0" err="1">
                <a:solidFill>
                  <a:srgbClr val="A6A6A6"/>
                </a:solidFill>
                <a:latin typeface="Inter"/>
                <a:ea typeface="Inter"/>
                <a:cs typeface="Inter"/>
                <a:sym typeface="Inter"/>
              </a:rPr>
              <a:t>amet</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consectetur</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adipiscing</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elit</a:t>
            </a:r>
            <a:r>
              <a:rPr lang="en-US" sz="1900" dirty="0">
                <a:solidFill>
                  <a:srgbClr val="A6A6A6"/>
                </a:solidFill>
                <a:latin typeface="Inter"/>
                <a:ea typeface="Inter"/>
                <a:cs typeface="Inter"/>
                <a:sym typeface="Inter"/>
              </a:rPr>
              <a:t>, sed do </a:t>
            </a:r>
            <a:r>
              <a:rPr lang="en-US" sz="1900" dirty="0" err="1">
                <a:solidFill>
                  <a:srgbClr val="A6A6A6"/>
                </a:solidFill>
                <a:latin typeface="Inter"/>
                <a:ea typeface="Inter"/>
                <a:cs typeface="Inter"/>
                <a:sym typeface="Inter"/>
              </a:rPr>
              <a:t>eiusmod</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tempor</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incididunt</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ut</a:t>
            </a:r>
            <a:r>
              <a:rPr lang="en-US" sz="1900" dirty="0">
                <a:solidFill>
                  <a:srgbClr val="A6A6A6"/>
                </a:solidFill>
                <a:latin typeface="Inter"/>
                <a:ea typeface="Inter"/>
                <a:cs typeface="Inter"/>
                <a:sym typeface="Inter"/>
              </a:rPr>
              <a:t> labore et dolore magna </a:t>
            </a:r>
            <a:r>
              <a:rPr lang="en-US" sz="1900" dirty="0" err="1">
                <a:solidFill>
                  <a:srgbClr val="A6A6A6"/>
                </a:solidFill>
                <a:latin typeface="Inter"/>
                <a:ea typeface="Inter"/>
                <a:cs typeface="Inter"/>
                <a:sym typeface="Inter"/>
              </a:rPr>
              <a:t>aliqua</a:t>
            </a:r>
            <a:r>
              <a:rPr lang="en-US" sz="1900" dirty="0">
                <a:solidFill>
                  <a:srgbClr val="A6A6A6"/>
                </a:solidFill>
                <a:latin typeface="Inter"/>
                <a:ea typeface="Inter"/>
                <a:cs typeface="Inter"/>
                <a:sym typeface="Inter"/>
              </a:rPr>
              <a:t>. Ut </a:t>
            </a:r>
            <a:r>
              <a:rPr lang="en-US" sz="1900" dirty="0" err="1">
                <a:solidFill>
                  <a:srgbClr val="A6A6A6"/>
                </a:solidFill>
                <a:latin typeface="Inter"/>
                <a:ea typeface="Inter"/>
                <a:cs typeface="Inter"/>
                <a:sym typeface="Inter"/>
              </a:rPr>
              <a:t>enim</a:t>
            </a:r>
            <a:r>
              <a:rPr lang="en-US" sz="1900" dirty="0">
                <a:solidFill>
                  <a:srgbClr val="A6A6A6"/>
                </a:solidFill>
                <a:latin typeface="Inter"/>
                <a:ea typeface="Inter"/>
                <a:cs typeface="Inter"/>
                <a:sym typeface="Inter"/>
              </a:rPr>
              <a:t> ad minim </a:t>
            </a:r>
            <a:r>
              <a:rPr lang="en-US" sz="1900" dirty="0" err="1">
                <a:solidFill>
                  <a:srgbClr val="A6A6A6"/>
                </a:solidFill>
                <a:latin typeface="Inter"/>
                <a:ea typeface="Inter"/>
                <a:cs typeface="Inter"/>
                <a:sym typeface="Inter"/>
              </a:rPr>
              <a:t>veniam</a:t>
            </a:r>
            <a:r>
              <a:rPr lang="en-US" sz="1900" dirty="0">
                <a:solidFill>
                  <a:srgbClr val="A6A6A6"/>
                </a:solidFill>
                <a:latin typeface="Inter"/>
                <a:ea typeface="Inter"/>
                <a:cs typeface="Inter"/>
                <a:sym typeface="Inter"/>
              </a:rPr>
              <a:t>.</a:t>
            </a:r>
          </a:p>
        </p:txBody>
      </p:sp>
      <p:sp>
        <p:nvSpPr>
          <p:cNvPr id="11" name="TextBox 11"/>
          <p:cNvSpPr txBox="1"/>
          <p:nvPr/>
        </p:nvSpPr>
        <p:spPr>
          <a:xfrm>
            <a:off x="11975220" y="4481830"/>
            <a:ext cx="5577543" cy="1323339"/>
          </a:xfrm>
          <a:prstGeom prst="rect">
            <a:avLst/>
          </a:prstGeom>
        </p:spPr>
        <p:txBody>
          <a:bodyPr lIns="0" tIns="0" rIns="0" bIns="0" rtlCol="0" anchor="t">
            <a:spAutoFit/>
          </a:bodyPr>
          <a:lstStyle/>
          <a:p>
            <a:pPr algn="l">
              <a:lnSpc>
                <a:spcPts val="2660"/>
              </a:lnSpc>
            </a:pPr>
            <a:r>
              <a:rPr lang="en-US" sz="1900" dirty="0">
                <a:solidFill>
                  <a:srgbClr val="A6A6A6"/>
                </a:solidFill>
                <a:latin typeface="Inter"/>
                <a:ea typeface="Inter"/>
                <a:cs typeface="Inter"/>
                <a:sym typeface="Inter"/>
              </a:rPr>
              <a:t>Lorem ipsum dolor sit </a:t>
            </a:r>
            <a:r>
              <a:rPr lang="en-US" sz="1900" dirty="0" err="1">
                <a:solidFill>
                  <a:srgbClr val="A6A6A6"/>
                </a:solidFill>
                <a:latin typeface="Inter"/>
                <a:ea typeface="Inter"/>
                <a:cs typeface="Inter"/>
                <a:sym typeface="Inter"/>
              </a:rPr>
              <a:t>amet</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consectetur</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adipiscing</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elit</a:t>
            </a:r>
            <a:r>
              <a:rPr lang="en-US" sz="1900" dirty="0">
                <a:solidFill>
                  <a:srgbClr val="A6A6A6"/>
                </a:solidFill>
                <a:latin typeface="Inter"/>
                <a:ea typeface="Inter"/>
                <a:cs typeface="Inter"/>
                <a:sym typeface="Inter"/>
              </a:rPr>
              <a:t>, sed do </a:t>
            </a:r>
            <a:r>
              <a:rPr lang="en-US" sz="1900" dirty="0" err="1">
                <a:solidFill>
                  <a:srgbClr val="A6A6A6"/>
                </a:solidFill>
                <a:latin typeface="Inter"/>
                <a:ea typeface="Inter"/>
                <a:cs typeface="Inter"/>
                <a:sym typeface="Inter"/>
              </a:rPr>
              <a:t>eiusmod</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tempor</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incididunt</a:t>
            </a:r>
            <a:r>
              <a:rPr lang="en-US" sz="1900" dirty="0">
                <a:solidFill>
                  <a:srgbClr val="A6A6A6"/>
                </a:solidFill>
                <a:latin typeface="Inter"/>
                <a:ea typeface="Inter"/>
                <a:cs typeface="Inter"/>
                <a:sym typeface="Inter"/>
              </a:rPr>
              <a:t> </a:t>
            </a:r>
            <a:r>
              <a:rPr lang="en-US" sz="1900" dirty="0" err="1">
                <a:solidFill>
                  <a:srgbClr val="A6A6A6"/>
                </a:solidFill>
                <a:latin typeface="Inter"/>
                <a:ea typeface="Inter"/>
                <a:cs typeface="Inter"/>
                <a:sym typeface="Inter"/>
              </a:rPr>
              <a:t>ut</a:t>
            </a:r>
            <a:r>
              <a:rPr lang="en-US" sz="1900" dirty="0">
                <a:solidFill>
                  <a:srgbClr val="A6A6A6"/>
                </a:solidFill>
                <a:latin typeface="Inter"/>
                <a:ea typeface="Inter"/>
                <a:cs typeface="Inter"/>
                <a:sym typeface="Inter"/>
              </a:rPr>
              <a:t> labore et dolore magna </a:t>
            </a:r>
            <a:r>
              <a:rPr lang="en-US" sz="1900" dirty="0" err="1">
                <a:solidFill>
                  <a:srgbClr val="A6A6A6"/>
                </a:solidFill>
                <a:latin typeface="Inter"/>
                <a:ea typeface="Inter"/>
                <a:cs typeface="Inter"/>
                <a:sym typeface="Inter"/>
              </a:rPr>
              <a:t>aliqua</a:t>
            </a:r>
            <a:r>
              <a:rPr lang="en-US" sz="1900" dirty="0">
                <a:solidFill>
                  <a:srgbClr val="A6A6A6"/>
                </a:solidFill>
                <a:latin typeface="Inter"/>
                <a:ea typeface="Inter"/>
                <a:cs typeface="Inter"/>
                <a:sym typeface="Inter"/>
              </a:rPr>
              <a:t>. Ut </a:t>
            </a:r>
            <a:r>
              <a:rPr lang="en-US" sz="1900" dirty="0" err="1">
                <a:solidFill>
                  <a:srgbClr val="A6A6A6"/>
                </a:solidFill>
                <a:latin typeface="Inter"/>
                <a:ea typeface="Inter"/>
                <a:cs typeface="Inter"/>
                <a:sym typeface="Inter"/>
              </a:rPr>
              <a:t>enim</a:t>
            </a:r>
            <a:r>
              <a:rPr lang="en-US" sz="1900" dirty="0">
                <a:solidFill>
                  <a:srgbClr val="A6A6A6"/>
                </a:solidFill>
                <a:latin typeface="Inter"/>
                <a:ea typeface="Inter"/>
                <a:cs typeface="Inter"/>
                <a:sym typeface="Inter"/>
              </a:rPr>
              <a:t> ad minim </a:t>
            </a:r>
            <a:r>
              <a:rPr lang="en-US" sz="1900" dirty="0" err="1">
                <a:solidFill>
                  <a:srgbClr val="A6A6A6"/>
                </a:solidFill>
                <a:latin typeface="Inter"/>
                <a:ea typeface="Inter"/>
                <a:cs typeface="Inter"/>
                <a:sym typeface="Inter"/>
              </a:rPr>
              <a:t>veniam</a:t>
            </a:r>
            <a:r>
              <a:rPr lang="en-US" sz="1900" dirty="0">
                <a:solidFill>
                  <a:srgbClr val="A6A6A6"/>
                </a:solidFill>
                <a:latin typeface="Inter"/>
                <a:ea typeface="Inter"/>
                <a:cs typeface="Inter"/>
                <a:sym typeface="Inter"/>
              </a:rPr>
              <a:t>.</a:t>
            </a:r>
          </a:p>
        </p:txBody>
      </p:sp>
      <p:sp>
        <p:nvSpPr>
          <p:cNvPr id="12" name="TextBox 12"/>
          <p:cNvSpPr txBox="1"/>
          <p:nvPr/>
        </p:nvSpPr>
        <p:spPr>
          <a:xfrm>
            <a:off x="1274003" y="425674"/>
            <a:ext cx="2501192" cy="701609"/>
          </a:xfrm>
          <a:prstGeom prst="rect">
            <a:avLst/>
          </a:prstGeom>
        </p:spPr>
        <p:txBody>
          <a:bodyPr lIns="0" tIns="0" rIns="0" bIns="0" rtlCol="0" anchor="t">
            <a:spAutoFit/>
          </a:bodyPr>
          <a:lstStyle/>
          <a:p>
            <a:pPr algn="l">
              <a:lnSpc>
                <a:spcPts val="2800"/>
              </a:lnSpc>
            </a:pPr>
            <a:r>
              <a:rPr lang="en-US" sz="2000">
                <a:solidFill>
                  <a:srgbClr val="FFFFFF"/>
                </a:solidFill>
                <a:latin typeface="Inter"/>
                <a:ea typeface="Inter"/>
                <a:cs typeface="Inter"/>
                <a:sym typeface="Inter"/>
              </a:rPr>
              <a:t>Ginyard International Co.</a:t>
            </a:r>
          </a:p>
        </p:txBody>
      </p:sp>
      <p:sp>
        <p:nvSpPr>
          <p:cNvPr id="19" name="Freeform 19"/>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7990175" y="0"/>
            <a:ext cx="10482610" cy="10430579"/>
          </a:xfrm>
          <a:custGeom>
            <a:avLst/>
            <a:gdLst/>
            <a:ahLst/>
            <a:cxnLst/>
            <a:rect l="l" t="t" r="r" b="b"/>
            <a:pathLst>
              <a:path w="10482610" h="10430579">
                <a:moveTo>
                  <a:pt x="10482610" y="0"/>
                </a:moveTo>
                <a:lnTo>
                  <a:pt x="0" y="0"/>
                </a:lnTo>
                <a:lnTo>
                  <a:pt x="0" y="10430579"/>
                </a:lnTo>
                <a:lnTo>
                  <a:pt x="10482610" y="10430579"/>
                </a:lnTo>
                <a:lnTo>
                  <a:pt x="10482610" y="0"/>
                </a:lnTo>
                <a:close/>
              </a:path>
            </a:pathLst>
          </a:custGeom>
          <a:blipFill>
            <a:blip r:embed="rId2"/>
            <a:stretch>
              <a:fillRect l="-33591" r="-15757"/>
            </a:stretch>
          </a:blipFill>
        </p:spPr>
        <p:txBody>
          <a:bodyPr/>
          <a:lstStyle/>
          <a:p>
            <a:endParaRPr lang="en-GB"/>
          </a:p>
        </p:txBody>
      </p:sp>
      <p:sp>
        <p:nvSpPr>
          <p:cNvPr id="3" name="Freeform 3"/>
          <p:cNvSpPr/>
          <p:nvPr/>
        </p:nvSpPr>
        <p:spPr>
          <a:xfrm rot="5400000">
            <a:off x="7854201" y="-291888"/>
            <a:ext cx="10830757" cy="10830757"/>
          </a:xfrm>
          <a:custGeom>
            <a:avLst/>
            <a:gdLst/>
            <a:ahLst/>
            <a:cxnLst/>
            <a:rect l="l" t="t" r="r" b="b"/>
            <a:pathLst>
              <a:path w="10830757" h="10830757">
                <a:moveTo>
                  <a:pt x="0" y="0"/>
                </a:moveTo>
                <a:lnTo>
                  <a:pt x="10830758" y="0"/>
                </a:lnTo>
                <a:lnTo>
                  <a:pt x="10830758" y="10830758"/>
                </a:lnTo>
                <a:lnTo>
                  <a:pt x="0" y="1083075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GB"/>
          </a:p>
        </p:txBody>
      </p:sp>
      <p:sp>
        <p:nvSpPr>
          <p:cNvPr id="4" name="TextBox 4"/>
          <p:cNvSpPr txBox="1"/>
          <p:nvPr/>
        </p:nvSpPr>
        <p:spPr>
          <a:xfrm>
            <a:off x="711789" y="1776818"/>
            <a:ext cx="7278386" cy="923330"/>
          </a:xfrm>
          <a:prstGeom prst="rect">
            <a:avLst/>
          </a:prstGeom>
        </p:spPr>
        <p:txBody>
          <a:bodyPr lIns="0" tIns="0" rIns="0" bIns="0" rtlCol="0" anchor="t">
            <a:spAutoFit/>
          </a:bodyPr>
          <a:lstStyle/>
          <a:p>
            <a:pPr algn="l">
              <a:lnSpc>
                <a:spcPts val="7150"/>
              </a:lnSpc>
            </a:pPr>
            <a:r>
              <a:rPr lang="en-US" sz="6500" b="1" dirty="0">
                <a:solidFill>
                  <a:srgbClr val="000000"/>
                </a:solidFill>
                <a:latin typeface="Gotham Bold"/>
                <a:ea typeface="Gotham Bold"/>
                <a:cs typeface="Gotham Bold"/>
                <a:sym typeface="Gotham Bold"/>
              </a:rPr>
              <a:t>Limitations</a:t>
            </a:r>
          </a:p>
        </p:txBody>
      </p:sp>
      <p:grpSp>
        <p:nvGrpSpPr>
          <p:cNvPr id="5" name="Group 5"/>
          <p:cNvGrpSpPr/>
          <p:nvPr/>
        </p:nvGrpSpPr>
        <p:grpSpPr>
          <a:xfrm>
            <a:off x="1865614" y="4200683"/>
            <a:ext cx="3173224" cy="745058"/>
            <a:chOff x="0" y="0"/>
            <a:chExt cx="835746" cy="196229"/>
          </a:xfrm>
        </p:grpSpPr>
        <p:sp>
          <p:nvSpPr>
            <p:cNvPr id="6" name="Freeform 6"/>
            <p:cNvSpPr/>
            <p:nvPr/>
          </p:nvSpPr>
          <p:spPr>
            <a:xfrm>
              <a:off x="0" y="0"/>
              <a:ext cx="835746" cy="196229"/>
            </a:xfrm>
            <a:custGeom>
              <a:avLst/>
              <a:gdLst/>
              <a:ahLst/>
              <a:cxnLst/>
              <a:rect l="l" t="t" r="r" b="b"/>
              <a:pathLst>
                <a:path w="835746" h="196229">
                  <a:moveTo>
                    <a:pt x="0" y="0"/>
                  </a:moveTo>
                  <a:lnTo>
                    <a:pt x="835746" y="0"/>
                  </a:lnTo>
                  <a:lnTo>
                    <a:pt x="835746" y="196229"/>
                  </a:lnTo>
                  <a:lnTo>
                    <a:pt x="0" y="196229"/>
                  </a:lnTo>
                  <a:close/>
                </a:path>
              </a:pathLst>
            </a:custGeom>
            <a:solidFill>
              <a:srgbClr val="E60211"/>
            </a:solidFill>
          </p:spPr>
          <p:txBody>
            <a:bodyPr/>
            <a:lstStyle/>
            <a:p>
              <a:endParaRPr lang="en-GB"/>
            </a:p>
          </p:txBody>
        </p:sp>
        <p:sp>
          <p:nvSpPr>
            <p:cNvPr id="7" name="TextBox 7"/>
            <p:cNvSpPr txBox="1"/>
            <p:nvPr/>
          </p:nvSpPr>
          <p:spPr>
            <a:xfrm>
              <a:off x="0" y="19050"/>
              <a:ext cx="835746" cy="177179"/>
            </a:xfrm>
            <a:prstGeom prst="rect">
              <a:avLst/>
            </a:prstGeom>
          </p:spPr>
          <p:txBody>
            <a:bodyPr lIns="50800" tIns="50800" rIns="50800" bIns="50800" rtlCol="0" anchor="ctr"/>
            <a:lstStyle/>
            <a:p>
              <a:pPr algn="ctr">
                <a:lnSpc>
                  <a:spcPts val="2750"/>
                </a:lnSpc>
              </a:pPr>
              <a:endParaRPr/>
            </a:p>
          </p:txBody>
        </p:sp>
      </p:grpSp>
      <p:grpSp>
        <p:nvGrpSpPr>
          <p:cNvPr id="8" name="Group 8"/>
          <p:cNvGrpSpPr/>
          <p:nvPr/>
        </p:nvGrpSpPr>
        <p:grpSpPr>
          <a:xfrm>
            <a:off x="1865614" y="6732284"/>
            <a:ext cx="3173224" cy="745058"/>
            <a:chOff x="0" y="0"/>
            <a:chExt cx="835746" cy="196229"/>
          </a:xfrm>
        </p:grpSpPr>
        <p:sp>
          <p:nvSpPr>
            <p:cNvPr id="9" name="Freeform 9"/>
            <p:cNvSpPr/>
            <p:nvPr/>
          </p:nvSpPr>
          <p:spPr>
            <a:xfrm>
              <a:off x="0" y="0"/>
              <a:ext cx="835746" cy="196229"/>
            </a:xfrm>
            <a:custGeom>
              <a:avLst/>
              <a:gdLst/>
              <a:ahLst/>
              <a:cxnLst/>
              <a:rect l="l" t="t" r="r" b="b"/>
              <a:pathLst>
                <a:path w="835746" h="196229">
                  <a:moveTo>
                    <a:pt x="0" y="0"/>
                  </a:moveTo>
                  <a:lnTo>
                    <a:pt x="835746" y="0"/>
                  </a:lnTo>
                  <a:lnTo>
                    <a:pt x="835746" y="196229"/>
                  </a:lnTo>
                  <a:lnTo>
                    <a:pt x="0" y="196229"/>
                  </a:lnTo>
                  <a:close/>
                </a:path>
              </a:pathLst>
            </a:custGeom>
            <a:solidFill>
              <a:srgbClr val="33CC33"/>
            </a:solidFill>
          </p:spPr>
          <p:txBody>
            <a:bodyPr/>
            <a:lstStyle/>
            <a:p>
              <a:endParaRPr lang="en-GB"/>
            </a:p>
          </p:txBody>
        </p:sp>
        <p:sp>
          <p:nvSpPr>
            <p:cNvPr id="10" name="TextBox 10"/>
            <p:cNvSpPr txBox="1"/>
            <p:nvPr/>
          </p:nvSpPr>
          <p:spPr>
            <a:xfrm>
              <a:off x="0" y="19050"/>
              <a:ext cx="835746" cy="177179"/>
            </a:xfrm>
            <a:prstGeom prst="rect">
              <a:avLst/>
            </a:prstGeom>
          </p:spPr>
          <p:txBody>
            <a:bodyPr lIns="50800" tIns="50800" rIns="50800" bIns="50800" rtlCol="0" anchor="ctr"/>
            <a:lstStyle/>
            <a:p>
              <a:pPr algn="ctr">
                <a:lnSpc>
                  <a:spcPts val="2750"/>
                </a:lnSpc>
              </a:pPr>
              <a:endParaRPr/>
            </a:p>
          </p:txBody>
        </p:sp>
      </p:grpSp>
      <p:sp>
        <p:nvSpPr>
          <p:cNvPr id="11" name="TextBox 11"/>
          <p:cNvSpPr txBox="1"/>
          <p:nvPr/>
        </p:nvSpPr>
        <p:spPr>
          <a:xfrm>
            <a:off x="2130308" y="4423830"/>
            <a:ext cx="2608468" cy="346141"/>
          </a:xfrm>
          <a:prstGeom prst="rect">
            <a:avLst/>
          </a:prstGeom>
        </p:spPr>
        <p:txBody>
          <a:bodyPr lIns="0" tIns="0" rIns="0" bIns="0" rtlCol="0" anchor="t">
            <a:spAutoFit/>
          </a:bodyPr>
          <a:lstStyle/>
          <a:p>
            <a:pPr algn="ctr">
              <a:lnSpc>
                <a:spcPts val="2750"/>
              </a:lnSpc>
            </a:pPr>
            <a:r>
              <a:rPr lang="en-US" sz="2500" b="1">
                <a:solidFill>
                  <a:srgbClr val="FFFFFF"/>
                </a:solidFill>
                <a:latin typeface="Gotham Bold"/>
                <a:ea typeface="Gotham Bold"/>
                <a:cs typeface="Gotham Bold"/>
                <a:sym typeface="Gotham Bold"/>
              </a:rPr>
              <a:t>VOLATILITY</a:t>
            </a:r>
          </a:p>
        </p:txBody>
      </p:sp>
      <p:sp>
        <p:nvSpPr>
          <p:cNvPr id="12" name="TextBox 12"/>
          <p:cNvSpPr txBox="1"/>
          <p:nvPr/>
        </p:nvSpPr>
        <p:spPr>
          <a:xfrm>
            <a:off x="2130308" y="6946030"/>
            <a:ext cx="2643836" cy="346141"/>
          </a:xfrm>
          <a:prstGeom prst="rect">
            <a:avLst/>
          </a:prstGeom>
        </p:spPr>
        <p:txBody>
          <a:bodyPr lIns="0" tIns="0" rIns="0" bIns="0" rtlCol="0" anchor="t">
            <a:spAutoFit/>
          </a:bodyPr>
          <a:lstStyle/>
          <a:p>
            <a:pPr algn="ctr">
              <a:lnSpc>
                <a:spcPts val="2750"/>
              </a:lnSpc>
            </a:pPr>
            <a:r>
              <a:rPr lang="en-US" sz="2500" b="1">
                <a:solidFill>
                  <a:srgbClr val="FFFFFF"/>
                </a:solidFill>
                <a:latin typeface="Gotham Bold"/>
                <a:ea typeface="Gotham Bold"/>
                <a:cs typeface="Gotham Bold"/>
                <a:sym typeface="Gotham Bold"/>
              </a:rPr>
              <a:t>MITIGATION</a:t>
            </a:r>
          </a:p>
        </p:txBody>
      </p:sp>
      <p:sp>
        <p:nvSpPr>
          <p:cNvPr id="13" name="TextBox 13"/>
          <p:cNvSpPr txBox="1"/>
          <p:nvPr/>
        </p:nvSpPr>
        <p:spPr>
          <a:xfrm>
            <a:off x="1865614" y="5303620"/>
            <a:ext cx="6346449" cy="989964"/>
          </a:xfrm>
          <a:prstGeom prst="rect">
            <a:avLst/>
          </a:prstGeom>
        </p:spPr>
        <p:txBody>
          <a:bodyPr lIns="0" tIns="0" rIns="0" bIns="0" rtlCol="0" anchor="t">
            <a:spAutoFit/>
          </a:bodyPr>
          <a:lstStyle/>
          <a:p>
            <a:pPr algn="l">
              <a:lnSpc>
                <a:spcPts val="2660"/>
              </a:lnSpc>
            </a:pPr>
            <a:r>
              <a:rPr lang="en-US" sz="1900">
                <a:solidFill>
                  <a:srgbClr val="737373"/>
                </a:solidFill>
                <a:latin typeface="Inter"/>
                <a:ea typeface="Inter"/>
                <a:cs typeface="Inter"/>
                <a:sym typeface="Inter"/>
              </a:rPr>
              <a:t>Lorem ipsum dolor sit amet, consectetur adipiscing elit, sed do eiusmod tempor incididunt ut labore et dolore magna aliqua. Ut enim ad minim veniam.</a:t>
            </a:r>
          </a:p>
        </p:txBody>
      </p:sp>
      <p:sp>
        <p:nvSpPr>
          <p:cNvPr id="14" name="TextBox 14"/>
          <p:cNvSpPr txBox="1"/>
          <p:nvPr/>
        </p:nvSpPr>
        <p:spPr>
          <a:xfrm>
            <a:off x="1865614" y="7792500"/>
            <a:ext cx="6346449" cy="989964"/>
          </a:xfrm>
          <a:prstGeom prst="rect">
            <a:avLst/>
          </a:prstGeom>
        </p:spPr>
        <p:txBody>
          <a:bodyPr lIns="0" tIns="0" rIns="0" bIns="0" rtlCol="0" anchor="t">
            <a:spAutoFit/>
          </a:bodyPr>
          <a:lstStyle/>
          <a:p>
            <a:pPr algn="l">
              <a:lnSpc>
                <a:spcPts val="2660"/>
              </a:lnSpc>
            </a:pPr>
            <a:r>
              <a:rPr lang="en-US" sz="1900">
                <a:solidFill>
                  <a:srgbClr val="737373"/>
                </a:solidFill>
                <a:latin typeface="Inter"/>
                <a:ea typeface="Inter"/>
                <a:cs typeface="Inter"/>
                <a:sym typeface="Inter"/>
              </a:rPr>
              <a:t>Lorem ipsum dolor sit amet, consectetur adipiscing elit, sed do eiusmod tempor incididunt ut labore et dolore magna aliqua. Ut enim ad minim veniam.</a:t>
            </a:r>
          </a:p>
        </p:txBody>
      </p:sp>
      <p:sp>
        <p:nvSpPr>
          <p:cNvPr id="15" name="Freeform 15"/>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5"/>
            <a:stretch>
              <a:fillRect/>
            </a:stretch>
          </a:blipFill>
        </p:spPr>
        <p:txBody>
          <a:bodyPr/>
          <a:lstStyle/>
          <a:p>
            <a:endParaRPr lang="en-GB"/>
          </a:p>
        </p:txBody>
      </p:sp>
      <p:sp>
        <p:nvSpPr>
          <p:cNvPr id="16" name="TextBox 16"/>
          <p:cNvSpPr txBox="1"/>
          <p:nvPr/>
        </p:nvSpPr>
        <p:spPr>
          <a:xfrm>
            <a:off x="1274003" y="425674"/>
            <a:ext cx="2501192" cy="701609"/>
          </a:xfrm>
          <a:prstGeom prst="rect">
            <a:avLst/>
          </a:prstGeom>
        </p:spPr>
        <p:txBody>
          <a:bodyPr lIns="0" tIns="0" rIns="0" bIns="0" rtlCol="0" anchor="t">
            <a:spAutoFit/>
          </a:bodyPr>
          <a:lstStyle/>
          <a:p>
            <a:pPr algn="l">
              <a:lnSpc>
                <a:spcPts val="2800"/>
              </a:lnSpc>
            </a:pPr>
            <a:r>
              <a:rPr lang="en-US" sz="2000">
                <a:solidFill>
                  <a:srgbClr val="545454"/>
                </a:solidFill>
                <a:latin typeface="Inter"/>
                <a:ea typeface="Inter"/>
                <a:cs typeface="Inter"/>
                <a:sym typeface="Inter"/>
              </a:rPr>
              <a:t>Ginyard International Co.</a:t>
            </a:r>
          </a:p>
        </p:txBody>
      </p:sp>
      <p:sp>
        <p:nvSpPr>
          <p:cNvPr id="17" name="Freeform 17"/>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34088" t="-17044" b="-17044"/>
            </a:stretch>
          </a:blipFill>
        </p:spPr>
        <p:txBody>
          <a:bodyPr/>
          <a:lstStyle/>
          <a:p>
            <a:endParaRPr lang="en-GB"/>
          </a:p>
        </p:txBody>
      </p:sp>
      <p:sp>
        <p:nvSpPr>
          <p:cNvPr id="6" name="Freeform 6"/>
          <p:cNvSpPr/>
          <p:nvPr/>
        </p:nvSpPr>
        <p:spPr>
          <a:xfrm>
            <a:off x="544417" y="540492"/>
            <a:ext cx="493452" cy="596316"/>
          </a:xfrm>
          <a:custGeom>
            <a:avLst/>
            <a:gdLst/>
            <a:ahLst/>
            <a:cxnLst/>
            <a:rect l="l" t="t" r="r" b="b"/>
            <a:pathLst>
              <a:path w="493452" h="596316">
                <a:moveTo>
                  <a:pt x="0" y="0"/>
                </a:moveTo>
                <a:lnTo>
                  <a:pt x="493451" y="0"/>
                </a:lnTo>
                <a:lnTo>
                  <a:pt x="493451" y="596316"/>
                </a:lnTo>
                <a:lnTo>
                  <a:pt x="0" y="596316"/>
                </a:lnTo>
                <a:lnTo>
                  <a:pt x="0" y="0"/>
                </a:lnTo>
                <a:close/>
              </a:path>
            </a:pathLst>
          </a:custGeom>
          <a:blipFill>
            <a:blip r:embed="rId3"/>
            <a:stretch>
              <a:fillRect/>
            </a:stretch>
          </a:blipFill>
        </p:spPr>
        <p:txBody>
          <a:bodyPr/>
          <a:lstStyle/>
          <a:p>
            <a:endParaRPr lang="en-GB"/>
          </a:p>
        </p:txBody>
      </p:sp>
      <p:sp>
        <p:nvSpPr>
          <p:cNvPr id="7" name="Freeform 7"/>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
        <p:nvSpPr>
          <p:cNvPr id="9" name="TextBox 9"/>
          <p:cNvSpPr txBox="1"/>
          <p:nvPr/>
        </p:nvSpPr>
        <p:spPr>
          <a:xfrm>
            <a:off x="4038600" y="1211049"/>
            <a:ext cx="11620500"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Gotham Bold"/>
                <a:ea typeface="Gotham Bold"/>
                <a:cs typeface="Gotham Bold"/>
                <a:sym typeface="Gotham Bold"/>
              </a:rPr>
              <a:t>Recommended Next Step</a:t>
            </a:r>
          </a:p>
        </p:txBody>
      </p:sp>
      <p:sp>
        <p:nvSpPr>
          <p:cNvPr id="10" name="TextBox 10"/>
          <p:cNvSpPr txBox="1"/>
          <p:nvPr/>
        </p:nvSpPr>
        <p:spPr>
          <a:xfrm>
            <a:off x="1037869" y="3049687"/>
            <a:ext cx="6346449" cy="2323464"/>
          </a:xfrm>
          <a:prstGeom prst="rect">
            <a:avLst/>
          </a:prstGeom>
        </p:spPr>
        <p:txBody>
          <a:bodyPr lIns="0" tIns="0" rIns="0" bIns="0" rtlCol="0" anchor="t">
            <a:spAutoFit/>
          </a:bodyPr>
          <a:lstStyle/>
          <a:p>
            <a:pPr algn="l">
              <a:lnSpc>
                <a:spcPts val="2660"/>
              </a:lnSpc>
            </a:pPr>
            <a:r>
              <a:rPr lang="en-US" sz="1900" dirty="0">
                <a:solidFill>
                  <a:srgbClr val="737373"/>
                </a:solidFill>
                <a:latin typeface="Inter"/>
                <a:ea typeface="Inter"/>
                <a:cs typeface="Inter"/>
                <a:sym typeface="Inter"/>
              </a:rPr>
              <a:t>Lorem ipsum dolor sit </a:t>
            </a:r>
            <a:r>
              <a:rPr lang="en-US" sz="1900" dirty="0" err="1">
                <a:solidFill>
                  <a:srgbClr val="737373"/>
                </a:solidFill>
                <a:latin typeface="Inter"/>
                <a:ea typeface="Inter"/>
                <a:cs typeface="Inter"/>
                <a:sym typeface="Inter"/>
              </a:rPr>
              <a:t>amet</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consectetur</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adipiscing</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elit</a:t>
            </a:r>
            <a:r>
              <a:rPr lang="en-US" sz="1900" dirty="0">
                <a:solidFill>
                  <a:srgbClr val="737373"/>
                </a:solidFill>
                <a:latin typeface="Inter"/>
                <a:ea typeface="Inter"/>
                <a:cs typeface="Inter"/>
                <a:sym typeface="Inter"/>
              </a:rPr>
              <a:t>, sed do </a:t>
            </a:r>
            <a:r>
              <a:rPr lang="en-US" sz="1900" dirty="0" err="1">
                <a:solidFill>
                  <a:srgbClr val="737373"/>
                </a:solidFill>
                <a:latin typeface="Inter"/>
                <a:ea typeface="Inter"/>
                <a:cs typeface="Inter"/>
                <a:sym typeface="Inter"/>
              </a:rPr>
              <a:t>eiusmod</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tempor</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incididunt</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ut</a:t>
            </a:r>
            <a:r>
              <a:rPr lang="en-US" sz="1900" dirty="0">
                <a:solidFill>
                  <a:srgbClr val="737373"/>
                </a:solidFill>
                <a:latin typeface="Inter"/>
                <a:ea typeface="Inter"/>
                <a:cs typeface="Inter"/>
                <a:sym typeface="Inter"/>
              </a:rPr>
              <a:t> labore et dolore magna </a:t>
            </a:r>
            <a:r>
              <a:rPr lang="en-US" sz="1900" dirty="0" err="1">
                <a:solidFill>
                  <a:srgbClr val="737373"/>
                </a:solidFill>
                <a:latin typeface="Inter"/>
                <a:ea typeface="Inter"/>
                <a:cs typeface="Inter"/>
                <a:sym typeface="Inter"/>
              </a:rPr>
              <a:t>aliqua</a:t>
            </a:r>
            <a:r>
              <a:rPr lang="en-US" sz="1900" dirty="0">
                <a:solidFill>
                  <a:srgbClr val="737373"/>
                </a:solidFill>
                <a:latin typeface="Inter"/>
                <a:ea typeface="Inter"/>
                <a:cs typeface="Inter"/>
                <a:sym typeface="Inter"/>
              </a:rPr>
              <a:t>. Ut </a:t>
            </a:r>
            <a:r>
              <a:rPr lang="en-US" sz="1900" dirty="0" err="1">
                <a:solidFill>
                  <a:srgbClr val="737373"/>
                </a:solidFill>
                <a:latin typeface="Inter"/>
                <a:ea typeface="Inter"/>
                <a:cs typeface="Inter"/>
                <a:sym typeface="Inter"/>
              </a:rPr>
              <a:t>enim</a:t>
            </a:r>
            <a:r>
              <a:rPr lang="en-US" sz="1900" dirty="0">
                <a:solidFill>
                  <a:srgbClr val="737373"/>
                </a:solidFill>
                <a:latin typeface="Inter"/>
                <a:ea typeface="Inter"/>
                <a:cs typeface="Inter"/>
                <a:sym typeface="Inter"/>
              </a:rPr>
              <a:t> ad minim </a:t>
            </a:r>
            <a:r>
              <a:rPr lang="en-US" sz="1900" dirty="0" err="1">
                <a:solidFill>
                  <a:srgbClr val="737373"/>
                </a:solidFill>
                <a:latin typeface="Inter"/>
                <a:ea typeface="Inter"/>
                <a:cs typeface="Inter"/>
                <a:sym typeface="Inter"/>
              </a:rPr>
              <a:t>veniam</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quis</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nostrud</a:t>
            </a:r>
            <a:r>
              <a:rPr lang="en-US" sz="1900" dirty="0">
                <a:solidFill>
                  <a:srgbClr val="737373"/>
                </a:solidFill>
                <a:latin typeface="Inter"/>
                <a:ea typeface="Inter"/>
                <a:cs typeface="Inter"/>
                <a:sym typeface="Inter"/>
              </a:rPr>
              <a:t> exercitation </a:t>
            </a:r>
            <a:r>
              <a:rPr lang="en-US" sz="1900" dirty="0" err="1">
                <a:solidFill>
                  <a:srgbClr val="737373"/>
                </a:solidFill>
                <a:latin typeface="Inter"/>
                <a:ea typeface="Inter"/>
                <a:cs typeface="Inter"/>
                <a:sym typeface="Inter"/>
              </a:rPr>
              <a:t>ullamco</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laboris</a:t>
            </a:r>
            <a:r>
              <a:rPr lang="en-US" sz="1900" dirty="0">
                <a:solidFill>
                  <a:srgbClr val="737373"/>
                </a:solidFill>
                <a:latin typeface="Inter"/>
                <a:ea typeface="Inter"/>
                <a:cs typeface="Inter"/>
                <a:sym typeface="Inter"/>
              </a:rPr>
              <a:t> nisi </a:t>
            </a:r>
            <a:r>
              <a:rPr lang="en-US" sz="1900" dirty="0" err="1">
                <a:solidFill>
                  <a:srgbClr val="737373"/>
                </a:solidFill>
                <a:latin typeface="Inter"/>
                <a:ea typeface="Inter"/>
                <a:cs typeface="Inter"/>
                <a:sym typeface="Inter"/>
              </a:rPr>
              <a:t>ut</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aliquip</a:t>
            </a:r>
            <a:r>
              <a:rPr lang="en-US" sz="1900" dirty="0">
                <a:solidFill>
                  <a:srgbClr val="737373"/>
                </a:solidFill>
                <a:latin typeface="Inter"/>
                <a:ea typeface="Inter"/>
                <a:cs typeface="Inter"/>
                <a:sym typeface="Inter"/>
              </a:rPr>
              <a:t> ex </a:t>
            </a:r>
            <a:r>
              <a:rPr lang="en-US" sz="1900" dirty="0" err="1">
                <a:solidFill>
                  <a:srgbClr val="737373"/>
                </a:solidFill>
                <a:latin typeface="Inter"/>
                <a:ea typeface="Inter"/>
                <a:cs typeface="Inter"/>
                <a:sym typeface="Inter"/>
              </a:rPr>
              <a:t>ea</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commodo</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consequat</a:t>
            </a:r>
            <a:r>
              <a:rPr lang="en-US" sz="1900" dirty="0">
                <a:solidFill>
                  <a:srgbClr val="737373"/>
                </a:solidFill>
                <a:latin typeface="Inter"/>
                <a:ea typeface="Inter"/>
                <a:cs typeface="Inter"/>
                <a:sym typeface="Inter"/>
              </a:rPr>
              <a:t>. Duis </a:t>
            </a:r>
            <a:r>
              <a:rPr lang="en-US" sz="1900" dirty="0" err="1">
                <a:solidFill>
                  <a:srgbClr val="737373"/>
                </a:solidFill>
                <a:latin typeface="Inter"/>
                <a:ea typeface="Inter"/>
                <a:cs typeface="Inter"/>
                <a:sym typeface="Inter"/>
              </a:rPr>
              <a:t>aute</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irure</a:t>
            </a:r>
            <a:r>
              <a:rPr lang="en-US" sz="1900" dirty="0">
                <a:solidFill>
                  <a:srgbClr val="737373"/>
                </a:solidFill>
                <a:latin typeface="Inter"/>
                <a:ea typeface="Inter"/>
                <a:cs typeface="Inter"/>
                <a:sym typeface="Inter"/>
              </a:rPr>
              <a:t> dolor in </a:t>
            </a:r>
            <a:r>
              <a:rPr lang="en-US" sz="1900" dirty="0" err="1">
                <a:solidFill>
                  <a:srgbClr val="737373"/>
                </a:solidFill>
                <a:latin typeface="Inter"/>
                <a:ea typeface="Inter"/>
                <a:cs typeface="Inter"/>
                <a:sym typeface="Inter"/>
              </a:rPr>
              <a:t>reprehenderit</a:t>
            </a:r>
            <a:r>
              <a:rPr lang="en-US" sz="1900" dirty="0">
                <a:solidFill>
                  <a:srgbClr val="737373"/>
                </a:solidFill>
                <a:latin typeface="Inter"/>
                <a:ea typeface="Inter"/>
                <a:cs typeface="Inter"/>
                <a:sym typeface="Inter"/>
              </a:rPr>
              <a:t> in </a:t>
            </a:r>
            <a:r>
              <a:rPr lang="en-US" sz="1900" dirty="0" err="1">
                <a:solidFill>
                  <a:srgbClr val="737373"/>
                </a:solidFill>
                <a:latin typeface="Inter"/>
                <a:ea typeface="Inter"/>
                <a:cs typeface="Inter"/>
                <a:sym typeface="Inter"/>
              </a:rPr>
              <a:t>voluptate</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velit</a:t>
            </a:r>
            <a:r>
              <a:rPr lang="en-US" sz="1900" dirty="0">
                <a:solidFill>
                  <a:srgbClr val="737373"/>
                </a:solidFill>
                <a:latin typeface="Inter"/>
                <a:ea typeface="Inter"/>
                <a:cs typeface="Inter"/>
                <a:sym typeface="Inter"/>
              </a:rPr>
              <a:t> esse </a:t>
            </a:r>
            <a:r>
              <a:rPr lang="en-US" sz="1900" dirty="0" err="1">
                <a:solidFill>
                  <a:srgbClr val="737373"/>
                </a:solidFill>
                <a:latin typeface="Inter"/>
                <a:ea typeface="Inter"/>
                <a:cs typeface="Inter"/>
                <a:sym typeface="Inter"/>
              </a:rPr>
              <a:t>cillum</a:t>
            </a:r>
            <a:r>
              <a:rPr lang="en-US" sz="1900" dirty="0">
                <a:solidFill>
                  <a:srgbClr val="737373"/>
                </a:solidFill>
                <a:latin typeface="Inter"/>
                <a:ea typeface="Inter"/>
                <a:cs typeface="Inter"/>
                <a:sym typeface="Inter"/>
              </a:rPr>
              <a:t> dolore </a:t>
            </a:r>
            <a:r>
              <a:rPr lang="en-US" sz="1900" dirty="0" err="1">
                <a:solidFill>
                  <a:srgbClr val="737373"/>
                </a:solidFill>
                <a:latin typeface="Inter"/>
                <a:ea typeface="Inter"/>
                <a:cs typeface="Inter"/>
                <a:sym typeface="Inter"/>
              </a:rPr>
              <a:t>eu</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fugiat</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nulla</a:t>
            </a:r>
            <a:r>
              <a:rPr lang="en-US" sz="1900" dirty="0">
                <a:solidFill>
                  <a:srgbClr val="737373"/>
                </a:solidFill>
                <a:latin typeface="Inter"/>
                <a:ea typeface="Inter"/>
                <a:cs typeface="Inter"/>
                <a:sym typeface="Inter"/>
              </a:rPr>
              <a:t> </a:t>
            </a:r>
            <a:r>
              <a:rPr lang="en-US" sz="1900" dirty="0" err="1">
                <a:solidFill>
                  <a:srgbClr val="737373"/>
                </a:solidFill>
                <a:latin typeface="Inter"/>
                <a:ea typeface="Inter"/>
                <a:cs typeface="Inter"/>
                <a:sym typeface="Inter"/>
              </a:rPr>
              <a:t>pariatur</a:t>
            </a:r>
            <a:r>
              <a:rPr lang="en-US" sz="1900" dirty="0">
                <a:solidFill>
                  <a:srgbClr val="737373"/>
                </a:solidFill>
                <a:latin typeface="Inter"/>
                <a:ea typeface="Inter"/>
                <a:cs typeface="Inter"/>
                <a:sym typeface="Inter"/>
              </a:rPr>
              <a:t>. </a:t>
            </a:r>
          </a:p>
        </p:txBody>
      </p:sp>
      <p:sp>
        <p:nvSpPr>
          <p:cNvPr id="12" name="TextBox 12"/>
          <p:cNvSpPr txBox="1"/>
          <p:nvPr/>
        </p:nvSpPr>
        <p:spPr>
          <a:xfrm>
            <a:off x="1274003" y="425674"/>
            <a:ext cx="2501192" cy="701609"/>
          </a:xfrm>
          <a:prstGeom prst="rect">
            <a:avLst/>
          </a:prstGeom>
        </p:spPr>
        <p:txBody>
          <a:bodyPr lIns="0" tIns="0" rIns="0" bIns="0" rtlCol="0" anchor="t">
            <a:spAutoFit/>
          </a:bodyPr>
          <a:lstStyle/>
          <a:p>
            <a:pPr algn="l">
              <a:lnSpc>
                <a:spcPts val="2800"/>
              </a:lnSpc>
            </a:pPr>
            <a:r>
              <a:rPr lang="en-US" sz="2000">
                <a:solidFill>
                  <a:srgbClr val="545454"/>
                </a:solidFill>
                <a:latin typeface="Inter"/>
                <a:ea typeface="Inter"/>
                <a:cs typeface="Inter"/>
                <a:sym typeface="Inter"/>
              </a:rPr>
              <a:t>Ginyard International Co.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1905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grpSp>
        <p:nvGrpSpPr>
          <p:cNvPr id="6" name="Group 6"/>
          <p:cNvGrpSpPr/>
          <p:nvPr/>
        </p:nvGrpSpPr>
        <p:grpSpPr>
          <a:xfrm>
            <a:off x="1865614" y="6972300"/>
            <a:ext cx="4587994" cy="925976"/>
            <a:chOff x="0" y="0"/>
            <a:chExt cx="1422181" cy="196229"/>
          </a:xfrm>
        </p:grpSpPr>
        <p:sp>
          <p:nvSpPr>
            <p:cNvPr id="7" name="Freeform 7"/>
            <p:cNvSpPr/>
            <p:nvPr/>
          </p:nvSpPr>
          <p:spPr>
            <a:xfrm>
              <a:off x="0" y="0"/>
              <a:ext cx="1422181" cy="196229"/>
            </a:xfrm>
            <a:custGeom>
              <a:avLst/>
              <a:gdLst/>
              <a:ahLst/>
              <a:cxnLst/>
              <a:rect l="l" t="t" r="r" b="b"/>
              <a:pathLst>
                <a:path w="1422181" h="196229">
                  <a:moveTo>
                    <a:pt x="0" y="0"/>
                  </a:moveTo>
                  <a:lnTo>
                    <a:pt x="1422181" y="0"/>
                  </a:lnTo>
                  <a:lnTo>
                    <a:pt x="1422181" y="196229"/>
                  </a:lnTo>
                  <a:lnTo>
                    <a:pt x="0" y="196229"/>
                  </a:lnTo>
                  <a:close/>
                </a:path>
              </a:pathLst>
            </a:custGeom>
            <a:solidFill>
              <a:srgbClr val="33CC33"/>
            </a:solidFill>
          </p:spPr>
          <p:txBody>
            <a:bodyPr/>
            <a:lstStyle/>
            <a:p>
              <a:endParaRPr lang="en-GB"/>
            </a:p>
          </p:txBody>
        </p:sp>
        <p:sp>
          <p:nvSpPr>
            <p:cNvPr id="8" name="TextBox 8"/>
            <p:cNvSpPr txBox="1"/>
            <p:nvPr/>
          </p:nvSpPr>
          <p:spPr>
            <a:xfrm>
              <a:off x="0" y="19050"/>
              <a:ext cx="1422181" cy="177179"/>
            </a:xfrm>
            <a:prstGeom prst="rect">
              <a:avLst/>
            </a:prstGeom>
          </p:spPr>
          <p:txBody>
            <a:bodyPr lIns="50800" tIns="50800" rIns="50800" bIns="50800" rtlCol="0" anchor="ctr"/>
            <a:lstStyle/>
            <a:p>
              <a:pPr algn="ctr">
                <a:lnSpc>
                  <a:spcPts val="2750"/>
                </a:lnSpc>
              </a:pPr>
              <a:endParaRPr/>
            </a:p>
          </p:txBody>
        </p:sp>
      </p:grpSp>
      <p:sp>
        <p:nvSpPr>
          <p:cNvPr id="15" name="TextBox 15"/>
          <p:cNvSpPr txBox="1"/>
          <p:nvPr/>
        </p:nvSpPr>
        <p:spPr>
          <a:xfrm>
            <a:off x="1865614" y="1914664"/>
            <a:ext cx="6240844" cy="1835150"/>
          </a:xfrm>
          <a:prstGeom prst="rect">
            <a:avLst/>
          </a:prstGeom>
        </p:spPr>
        <p:txBody>
          <a:bodyPr lIns="0" tIns="0" rIns="0" bIns="0" rtlCol="0" anchor="t">
            <a:spAutoFit/>
          </a:bodyPr>
          <a:lstStyle/>
          <a:p>
            <a:pPr algn="l">
              <a:lnSpc>
                <a:spcPts val="7150"/>
              </a:lnSpc>
            </a:pPr>
            <a:r>
              <a:rPr lang="en-US" sz="6500" b="1">
                <a:solidFill>
                  <a:srgbClr val="FFFFFF"/>
                </a:solidFill>
                <a:latin typeface="Gotham Bold"/>
                <a:ea typeface="Gotham Bold"/>
                <a:cs typeface="Gotham Bold"/>
                <a:sym typeface="Gotham Bold"/>
              </a:rPr>
              <a:t>Ready to invest now?</a:t>
            </a:r>
          </a:p>
        </p:txBody>
      </p:sp>
      <p:sp>
        <p:nvSpPr>
          <p:cNvPr id="16" name="TextBox 16"/>
          <p:cNvSpPr txBox="1"/>
          <p:nvPr/>
        </p:nvSpPr>
        <p:spPr>
          <a:xfrm>
            <a:off x="1865614" y="4505913"/>
            <a:ext cx="5982986" cy="365613"/>
          </a:xfrm>
          <a:prstGeom prst="rect">
            <a:avLst/>
          </a:prstGeom>
        </p:spPr>
        <p:txBody>
          <a:bodyPr wrap="square" lIns="0" tIns="0" rIns="0" bIns="0" rtlCol="0" anchor="t">
            <a:spAutoFit/>
          </a:bodyPr>
          <a:lstStyle/>
          <a:p>
            <a:pPr algn="l">
              <a:lnSpc>
                <a:spcPts val="2660"/>
              </a:lnSpc>
            </a:pPr>
            <a:r>
              <a:rPr lang="en-US" sz="3200" dirty="0">
                <a:solidFill>
                  <a:srgbClr val="FFFFFF"/>
                </a:solidFill>
                <a:latin typeface="Canva Sans"/>
                <a:ea typeface="Canva Sans"/>
                <a:cs typeface="Canva Sans"/>
                <a:sym typeface="Canva Sans"/>
              </a:rPr>
              <a:t>Thank you for your attention</a:t>
            </a:r>
          </a:p>
        </p:txBody>
      </p:sp>
      <p:sp>
        <p:nvSpPr>
          <p:cNvPr id="18" name="TextBox 18"/>
          <p:cNvSpPr txBox="1"/>
          <p:nvPr/>
        </p:nvSpPr>
        <p:spPr>
          <a:xfrm>
            <a:off x="1956523" y="7240280"/>
            <a:ext cx="4587993" cy="367793"/>
          </a:xfrm>
          <a:prstGeom prst="rect">
            <a:avLst/>
          </a:prstGeom>
        </p:spPr>
        <p:txBody>
          <a:bodyPr wrap="square" lIns="0" tIns="0" rIns="0" bIns="0" rtlCol="0" anchor="t">
            <a:spAutoFit/>
          </a:bodyPr>
          <a:lstStyle/>
          <a:p>
            <a:pPr algn="l">
              <a:lnSpc>
                <a:spcPts val="2750"/>
              </a:lnSpc>
            </a:pPr>
            <a:r>
              <a:rPr lang="en-US" sz="3200" b="1" dirty="0">
                <a:solidFill>
                  <a:srgbClr val="FFFFFF"/>
                </a:solidFill>
                <a:latin typeface="Gotham Bold"/>
                <a:ea typeface="Gotham Bold"/>
                <a:cs typeface="Gotham Bold"/>
                <a:sym typeface="Gotham Bold"/>
              </a:rPr>
              <a:t>Any Question Please?</a:t>
            </a:r>
          </a:p>
        </p:txBody>
      </p:sp>
      <p:sp>
        <p:nvSpPr>
          <p:cNvPr id="20" name="Freeform 20"/>
          <p:cNvSpPr/>
          <p:nvPr/>
        </p:nvSpPr>
        <p:spPr>
          <a:xfrm>
            <a:off x="716194" y="764138"/>
            <a:ext cx="493452" cy="596316"/>
          </a:xfrm>
          <a:custGeom>
            <a:avLst/>
            <a:gdLst/>
            <a:ahLst/>
            <a:cxnLst/>
            <a:rect l="l" t="t" r="r" b="b"/>
            <a:pathLst>
              <a:path w="493452" h="596316">
                <a:moveTo>
                  <a:pt x="0" y="0"/>
                </a:moveTo>
                <a:lnTo>
                  <a:pt x="493452" y="0"/>
                </a:lnTo>
                <a:lnTo>
                  <a:pt x="493452" y="596316"/>
                </a:lnTo>
                <a:lnTo>
                  <a:pt x="0" y="596316"/>
                </a:lnTo>
                <a:lnTo>
                  <a:pt x="0" y="0"/>
                </a:lnTo>
                <a:close/>
              </a:path>
            </a:pathLst>
          </a:custGeom>
          <a:blipFill>
            <a:blip r:embed="rId3"/>
            <a:stretch>
              <a:fillRect/>
            </a:stretch>
          </a:blipFill>
        </p:spPr>
        <p:txBody>
          <a:bodyPr/>
          <a:lstStyle/>
          <a:p>
            <a:endParaRPr lang="en-GB"/>
          </a:p>
        </p:txBody>
      </p:sp>
      <p:sp>
        <p:nvSpPr>
          <p:cNvPr id="21" name="TextBox 21"/>
          <p:cNvSpPr txBox="1"/>
          <p:nvPr/>
        </p:nvSpPr>
        <p:spPr>
          <a:xfrm>
            <a:off x="1445780" y="649321"/>
            <a:ext cx="2501192" cy="688715"/>
          </a:xfrm>
          <a:prstGeom prst="rect">
            <a:avLst/>
          </a:prstGeom>
        </p:spPr>
        <p:txBody>
          <a:bodyPr lIns="0" tIns="0" rIns="0" bIns="0" rtlCol="0" anchor="t">
            <a:spAutoFit/>
          </a:bodyPr>
          <a:lstStyle/>
          <a:p>
            <a:pPr algn="l">
              <a:lnSpc>
                <a:spcPts val="2800"/>
              </a:lnSpc>
            </a:pPr>
            <a:r>
              <a:rPr lang="en-US" sz="2000" dirty="0">
                <a:solidFill>
                  <a:srgbClr val="FFFFFF"/>
                </a:solidFill>
                <a:latin typeface="Inter"/>
                <a:ea typeface="Inter"/>
                <a:cs typeface="Inter"/>
                <a:sym typeface="Inter"/>
              </a:rPr>
              <a:t>Global Investment Partners.</a:t>
            </a:r>
          </a:p>
        </p:txBody>
      </p:sp>
      <p:sp>
        <p:nvSpPr>
          <p:cNvPr id="22" name="Freeform 22"/>
          <p:cNvSpPr/>
          <p:nvPr/>
        </p:nvSpPr>
        <p:spPr>
          <a:xfrm>
            <a:off x="16965837" y="809416"/>
            <a:ext cx="586926" cy="654785"/>
          </a:xfrm>
          <a:custGeom>
            <a:avLst/>
            <a:gdLst/>
            <a:ahLst/>
            <a:cxnLst/>
            <a:rect l="l" t="t" r="r" b="b"/>
            <a:pathLst>
              <a:path w="586926" h="654785">
                <a:moveTo>
                  <a:pt x="0" y="0"/>
                </a:moveTo>
                <a:lnTo>
                  <a:pt x="586926" y="0"/>
                </a:lnTo>
                <a:lnTo>
                  <a:pt x="586926" y="654785"/>
                </a:lnTo>
                <a:lnTo>
                  <a:pt x="0" y="6547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GB"/>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670</TotalTime>
  <Words>585</Words>
  <Application>Microsoft Office PowerPoint</Application>
  <PresentationFormat>Custom</PresentationFormat>
  <Paragraphs>39</Paragraphs>
  <Slides>10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Gotham Heavy</vt:lpstr>
      <vt:lpstr>Gotham Bold</vt:lpstr>
      <vt:lpstr>Calibri</vt:lpstr>
      <vt:lpstr>Inter</vt:lpstr>
      <vt:lpstr>Arial</vt:lpstr>
      <vt:lpstr>Inter Bold</vt:lpstr>
      <vt:lpstr>Canva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 and White Modern Stock Market Investing Presentation</dc:title>
  <dc:creator>Admin</dc:creator>
  <cp:lastModifiedBy>Muinat Tijani</cp:lastModifiedBy>
  <cp:revision>2</cp:revision>
  <dcterms:created xsi:type="dcterms:W3CDTF">2006-08-16T00:00:00Z</dcterms:created>
  <dcterms:modified xsi:type="dcterms:W3CDTF">2025-12-10T06:17:25Z</dcterms:modified>
  <dc:identifier>DAG60ooLS8Y</dc:identifier>
</cp:coreProperties>
</file>